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Default Extension="gif" ContentType="image/gif"/>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77"/>
  </p:notesMasterIdLst>
  <p:sldIdLst>
    <p:sldId id="256" r:id="rId2"/>
    <p:sldId id="258" r:id="rId3"/>
    <p:sldId id="259" r:id="rId4"/>
    <p:sldId id="257" r:id="rId5"/>
    <p:sldId id="262" r:id="rId6"/>
    <p:sldId id="264" r:id="rId7"/>
    <p:sldId id="263" r:id="rId8"/>
    <p:sldId id="266" r:id="rId9"/>
    <p:sldId id="286" r:id="rId10"/>
    <p:sldId id="289" r:id="rId11"/>
    <p:sldId id="287" r:id="rId12"/>
    <p:sldId id="290" r:id="rId13"/>
    <p:sldId id="288" r:id="rId14"/>
    <p:sldId id="291" r:id="rId15"/>
    <p:sldId id="292" r:id="rId16"/>
    <p:sldId id="293" r:id="rId17"/>
    <p:sldId id="277" r:id="rId18"/>
    <p:sldId id="276" r:id="rId19"/>
    <p:sldId id="260" r:id="rId20"/>
    <p:sldId id="278" r:id="rId21"/>
    <p:sldId id="279" r:id="rId22"/>
    <p:sldId id="280" r:id="rId23"/>
    <p:sldId id="281" r:id="rId24"/>
    <p:sldId id="282" r:id="rId25"/>
    <p:sldId id="283" r:id="rId26"/>
    <p:sldId id="284" r:id="rId27"/>
    <p:sldId id="261" r:id="rId28"/>
    <p:sldId id="294" r:id="rId29"/>
    <p:sldId id="326" r:id="rId30"/>
    <p:sldId id="327" r:id="rId31"/>
    <p:sldId id="328"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295"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296" r:id="rId60"/>
    <p:sldId id="297" r:id="rId61"/>
    <p:sldId id="298" r:id="rId62"/>
    <p:sldId id="299" r:id="rId63"/>
    <p:sldId id="300" r:id="rId64"/>
    <p:sldId id="301" r:id="rId65"/>
    <p:sldId id="302" r:id="rId66"/>
    <p:sldId id="303" r:id="rId67"/>
    <p:sldId id="304" r:id="rId68"/>
    <p:sldId id="305" r:id="rId69"/>
    <p:sldId id="306" r:id="rId70"/>
    <p:sldId id="307" r:id="rId71"/>
    <p:sldId id="308" r:id="rId72"/>
    <p:sldId id="311" r:id="rId73"/>
    <p:sldId id="309" r:id="rId74"/>
    <p:sldId id="310" r:id="rId75"/>
    <p:sldId id="265" r:id="rId76"/>
  </p:sldIdLst>
  <p:sldSz cx="9144000" cy="5143500" type="screen16x9"/>
  <p:notesSz cx="6858000" cy="9144000"/>
  <p:embeddedFontLst>
    <p:embeddedFont>
      <p:font typeface="Playfair Display SemiBold" charset="0"/>
      <p:regular r:id="rId78"/>
      <p:bold r:id="rId79"/>
      <p:italic r:id="rId80"/>
      <p:boldItalic r:id="rId81"/>
    </p:embeddedFont>
    <p:embeddedFont>
      <p:font typeface="Abel" charset="0"/>
      <p:regular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3B4D3BAD-5D68-41E9-AED8-EB5BB64262C7}">
  <a:tblStyle styleId="{3B4D3BAD-5D68-41E9-AED8-EB5BB64262C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50" d="100"/>
          <a:sy n="50" d="100"/>
        </p:scale>
        <p:origin x="-1736" y="-576"/>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5.fntdata"/><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3.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dc6b1d8b97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dc6b1d8b9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b6900610ac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b6900610ac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b6900610ac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b6900610ac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b6900610ac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b6900610a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d7e7e4873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d7e7e4873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b6900610ac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b6900610ac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b6900610ac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6900610ac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b6900610ac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b6900610a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b6900610ac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b6900610a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b6900610ac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b6900610a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b6771a69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b6771a69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b6900610ac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b6900610ac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09300" y="539500"/>
            <a:ext cx="7925400" cy="873000"/>
          </a:xfrm>
          <a:prstGeom prst="rect">
            <a:avLst/>
          </a:prstGeom>
        </p:spPr>
        <p:txBody>
          <a:bodyPr spcFirstLastPara="1" wrap="square" lIns="91425" tIns="91425" rIns="91425" bIns="91425" anchor="t" anchorCtr="0">
            <a:noAutofit/>
          </a:bodyPr>
          <a:lstStyle>
            <a:lvl1pPr lvl="0">
              <a:spcBef>
                <a:spcPts val="0"/>
              </a:spcBef>
              <a:spcAft>
                <a:spcPts val="0"/>
              </a:spcAft>
              <a:buSzPts val="6700"/>
              <a:buNone/>
              <a:defRPr sz="6700"/>
            </a:lvl1pPr>
            <a:lvl2pPr lvl="1">
              <a:spcBef>
                <a:spcPts val="0"/>
              </a:spcBef>
              <a:spcAft>
                <a:spcPts val="0"/>
              </a:spcAft>
              <a:buSzPts val="6700"/>
              <a:buNone/>
              <a:defRPr sz="6700"/>
            </a:lvl2pPr>
            <a:lvl3pPr lvl="2">
              <a:spcBef>
                <a:spcPts val="0"/>
              </a:spcBef>
              <a:spcAft>
                <a:spcPts val="0"/>
              </a:spcAft>
              <a:buSzPts val="6700"/>
              <a:buNone/>
              <a:defRPr sz="6700"/>
            </a:lvl3pPr>
            <a:lvl4pPr lvl="3">
              <a:spcBef>
                <a:spcPts val="0"/>
              </a:spcBef>
              <a:spcAft>
                <a:spcPts val="0"/>
              </a:spcAft>
              <a:buSzPts val="6700"/>
              <a:buNone/>
              <a:defRPr sz="6700"/>
            </a:lvl4pPr>
            <a:lvl5pPr lvl="4">
              <a:spcBef>
                <a:spcPts val="0"/>
              </a:spcBef>
              <a:spcAft>
                <a:spcPts val="0"/>
              </a:spcAft>
              <a:buSzPts val="6700"/>
              <a:buNone/>
              <a:defRPr sz="6700"/>
            </a:lvl5pPr>
            <a:lvl6pPr lvl="5">
              <a:spcBef>
                <a:spcPts val="0"/>
              </a:spcBef>
              <a:spcAft>
                <a:spcPts val="0"/>
              </a:spcAft>
              <a:buSzPts val="6700"/>
              <a:buNone/>
              <a:defRPr sz="6700"/>
            </a:lvl6pPr>
            <a:lvl7pPr lvl="6">
              <a:spcBef>
                <a:spcPts val="0"/>
              </a:spcBef>
              <a:spcAft>
                <a:spcPts val="0"/>
              </a:spcAft>
              <a:buSzPts val="6700"/>
              <a:buNone/>
              <a:defRPr sz="6700"/>
            </a:lvl7pPr>
            <a:lvl8pPr lvl="7">
              <a:spcBef>
                <a:spcPts val="0"/>
              </a:spcBef>
              <a:spcAft>
                <a:spcPts val="0"/>
              </a:spcAft>
              <a:buSzPts val="6700"/>
              <a:buNone/>
              <a:defRPr sz="6700"/>
            </a:lvl8pPr>
            <a:lvl9pPr lvl="8">
              <a:spcBef>
                <a:spcPts val="0"/>
              </a:spcBef>
              <a:spcAft>
                <a:spcPts val="0"/>
              </a:spcAft>
              <a:buSzPts val="6700"/>
              <a:buNone/>
              <a:defRPr sz="6700"/>
            </a:lvl9pPr>
          </a:lstStyle>
          <a:p>
            <a:endParaRPr/>
          </a:p>
        </p:txBody>
      </p:sp>
      <p:sp>
        <p:nvSpPr>
          <p:cNvPr id="10" name="Google Shape;10;p2"/>
          <p:cNvSpPr txBox="1">
            <a:spLocks noGrp="1"/>
          </p:cNvSpPr>
          <p:nvPr>
            <p:ph type="subTitle" idx="1"/>
          </p:nvPr>
        </p:nvSpPr>
        <p:spPr>
          <a:xfrm>
            <a:off x="713225" y="3658325"/>
            <a:ext cx="2531100" cy="941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1" name="Google Shape;11;p2"/>
          <p:cNvSpPr txBox="1">
            <a:spLocks noGrp="1"/>
          </p:cNvSpPr>
          <p:nvPr>
            <p:ph type="ctrTitle" idx="2"/>
          </p:nvPr>
        </p:nvSpPr>
        <p:spPr>
          <a:xfrm>
            <a:off x="609300" y="1412500"/>
            <a:ext cx="3187500" cy="61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700"/>
              <a:buNone/>
              <a:defRPr sz="2700">
                <a:solidFill>
                  <a:schemeClr val="dk2"/>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endParaRPr/>
          </a:p>
        </p:txBody>
      </p:sp>
      <p:sp>
        <p:nvSpPr>
          <p:cNvPr id="12" name="Google Shape;12;p2"/>
          <p:cNvSpPr txBox="1">
            <a:spLocks noGrp="1"/>
          </p:cNvSpPr>
          <p:nvPr>
            <p:ph type="ctrTitle" idx="3"/>
          </p:nvPr>
        </p:nvSpPr>
        <p:spPr>
          <a:xfrm>
            <a:off x="5557750" y="1412500"/>
            <a:ext cx="2976900" cy="61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700"/>
              <a:buNone/>
              <a:defRPr sz="2700">
                <a:solidFill>
                  <a:schemeClr val="dk2"/>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4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144"/>
        <p:cNvGrpSpPr/>
        <p:nvPr/>
      </p:nvGrpSpPr>
      <p:grpSpPr>
        <a:xfrm>
          <a:off x="0" y="0"/>
          <a:ext cx="0" cy="0"/>
          <a:chOff x="0" y="0"/>
          <a:chExt cx="0" cy="0"/>
        </a:xfrm>
      </p:grpSpPr>
      <p:cxnSp>
        <p:nvCxnSpPr>
          <p:cNvPr id="145" name="Google Shape;145;p31"/>
          <p:cNvCxnSpPr/>
          <p:nvPr/>
        </p:nvCxnSpPr>
        <p:spPr>
          <a:xfrm>
            <a:off x="790150" y="1835853"/>
            <a:ext cx="17157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713225" y="539500"/>
            <a:ext cx="7717500" cy="543900"/>
          </a:xfrm>
          <a:prstGeom prst="rect">
            <a:avLst/>
          </a:prstGeom>
        </p:spPr>
        <p:txBody>
          <a:bodyPr spcFirstLastPara="1" wrap="square" lIns="91425" tIns="91425" rIns="91425" bIns="91425" anchor="t" anchorCtr="0">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1">
  <p:cSld name="Quote 1">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713225" y="1390675"/>
            <a:ext cx="7916700" cy="1719600"/>
          </a:xfrm>
          <a:prstGeom prst="rect">
            <a:avLst/>
          </a:prstGeom>
        </p:spPr>
        <p:txBody>
          <a:bodyPr spcFirstLastPara="1" wrap="square" lIns="91425" tIns="91425" rIns="91425" bIns="91425" anchor="t" anchorCtr="0">
            <a:noAutofit/>
          </a:bodyPr>
          <a:lstStyle>
            <a:lvl1pPr lvl="0" rtl="0">
              <a:lnSpc>
                <a:spcPct val="85000"/>
              </a:lnSpc>
              <a:spcBef>
                <a:spcPts val="0"/>
              </a:spcBef>
              <a:spcAft>
                <a:spcPts val="0"/>
              </a:spcAft>
              <a:buSzPts val="3600"/>
              <a:buNone/>
              <a:defRPr sz="3600"/>
            </a:lvl1pPr>
            <a:lvl2pPr lvl="1" rtl="0">
              <a:lnSpc>
                <a:spcPct val="85000"/>
              </a:lnSpc>
              <a:spcBef>
                <a:spcPts val="0"/>
              </a:spcBef>
              <a:spcAft>
                <a:spcPts val="0"/>
              </a:spcAft>
              <a:buSzPts val="3600"/>
              <a:buNone/>
              <a:defRPr sz="3600"/>
            </a:lvl2pPr>
            <a:lvl3pPr lvl="2" rtl="0">
              <a:lnSpc>
                <a:spcPct val="85000"/>
              </a:lnSpc>
              <a:spcBef>
                <a:spcPts val="0"/>
              </a:spcBef>
              <a:spcAft>
                <a:spcPts val="0"/>
              </a:spcAft>
              <a:buSzPts val="3600"/>
              <a:buNone/>
              <a:defRPr sz="3600"/>
            </a:lvl3pPr>
            <a:lvl4pPr lvl="3" rtl="0">
              <a:lnSpc>
                <a:spcPct val="85000"/>
              </a:lnSpc>
              <a:spcBef>
                <a:spcPts val="0"/>
              </a:spcBef>
              <a:spcAft>
                <a:spcPts val="0"/>
              </a:spcAft>
              <a:buSzPts val="3600"/>
              <a:buNone/>
              <a:defRPr sz="3600"/>
            </a:lvl4pPr>
            <a:lvl5pPr lvl="4" rtl="0">
              <a:lnSpc>
                <a:spcPct val="85000"/>
              </a:lnSpc>
              <a:spcBef>
                <a:spcPts val="0"/>
              </a:spcBef>
              <a:spcAft>
                <a:spcPts val="0"/>
              </a:spcAft>
              <a:buSzPts val="3600"/>
              <a:buNone/>
              <a:defRPr sz="3600"/>
            </a:lvl5pPr>
            <a:lvl6pPr lvl="5" rtl="0">
              <a:lnSpc>
                <a:spcPct val="85000"/>
              </a:lnSpc>
              <a:spcBef>
                <a:spcPts val="0"/>
              </a:spcBef>
              <a:spcAft>
                <a:spcPts val="0"/>
              </a:spcAft>
              <a:buSzPts val="3600"/>
              <a:buNone/>
              <a:defRPr sz="3600"/>
            </a:lvl6pPr>
            <a:lvl7pPr lvl="6" rtl="0">
              <a:lnSpc>
                <a:spcPct val="85000"/>
              </a:lnSpc>
              <a:spcBef>
                <a:spcPts val="0"/>
              </a:spcBef>
              <a:spcAft>
                <a:spcPts val="0"/>
              </a:spcAft>
              <a:buSzPts val="3600"/>
              <a:buNone/>
              <a:defRPr sz="3600"/>
            </a:lvl7pPr>
            <a:lvl8pPr lvl="7" rtl="0">
              <a:lnSpc>
                <a:spcPct val="85000"/>
              </a:lnSpc>
              <a:spcBef>
                <a:spcPts val="0"/>
              </a:spcBef>
              <a:spcAft>
                <a:spcPts val="0"/>
              </a:spcAft>
              <a:buSzPts val="3600"/>
              <a:buNone/>
              <a:defRPr sz="3600"/>
            </a:lvl8pPr>
            <a:lvl9pPr lvl="8" rtl="0">
              <a:lnSpc>
                <a:spcPct val="85000"/>
              </a:lnSpc>
              <a:spcBef>
                <a:spcPts val="0"/>
              </a:spcBef>
              <a:spcAft>
                <a:spcPts val="0"/>
              </a:spcAft>
              <a:buSzPts val="3600"/>
              <a:buNone/>
              <a:defRPr sz="3600"/>
            </a:lvl9pPr>
          </a:lstStyle>
          <a:p>
            <a:endParaRPr/>
          </a:p>
        </p:txBody>
      </p:sp>
      <p:sp>
        <p:nvSpPr>
          <p:cNvPr id="61" name="Google Shape;61;p15"/>
          <p:cNvSpPr txBox="1">
            <a:spLocks noGrp="1"/>
          </p:cNvSpPr>
          <p:nvPr>
            <p:ph type="subTitle" idx="1"/>
          </p:nvPr>
        </p:nvSpPr>
        <p:spPr>
          <a:xfrm>
            <a:off x="713222" y="3634138"/>
            <a:ext cx="29256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Playfair Display SemiBold"/>
              <a:buNone/>
              <a:defRPr sz="2000">
                <a:latin typeface="Playfair Display SemiBold"/>
                <a:ea typeface="Playfair Display SemiBold"/>
                <a:cs typeface="Playfair Display SemiBold"/>
                <a:sym typeface="Playfair Display SemiBold"/>
              </a:defRPr>
            </a:lvl1pPr>
            <a:lvl2pPr lvl="1" rtl="0">
              <a:lnSpc>
                <a:spcPct val="100000"/>
              </a:lnSpc>
              <a:spcBef>
                <a:spcPts val="0"/>
              </a:spcBef>
              <a:spcAft>
                <a:spcPts val="0"/>
              </a:spcAft>
              <a:buSzPts val="2000"/>
              <a:buFont typeface="Playfair Display SemiBold"/>
              <a:buNone/>
              <a:defRPr sz="2000">
                <a:latin typeface="Playfair Display SemiBold"/>
                <a:ea typeface="Playfair Display SemiBold"/>
                <a:cs typeface="Playfair Display SemiBold"/>
                <a:sym typeface="Playfair Display SemiBold"/>
              </a:defRPr>
            </a:lvl2pPr>
            <a:lvl3pPr lvl="2" rtl="0">
              <a:lnSpc>
                <a:spcPct val="100000"/>
              </a:lnSpc>
              <a:spcBef>
                <a:spcPts val="0"/>
              </a:spcBef>
              <a:spcAft>
                <a:spcPts val="0"/>
              </a:spcAft>
              <a:buSzPts val="2000"/>
              <a:buFont typeface="Playfair Display SemiBold"/>
              <a:buNone/>
              <a:defRPr sz="2000">
                <a:latin typeface="Playfair Display SemiBold"/>
                <a:ea typeface="Playfair Display SemiBold"/>
                <a:cs typeface="Playfair Display SemiBold"/>
                <a:sym typeface="Playfair Display SemiBold"/>
              </a:defRPr>
            </a:lvl3pPr>
            <a:lvl4pPr lvl="3" rtl="0">
              <a:lnSpc>
                <a:spcPct val="100000"/>
              </a:lnSpc>
              <a:spcBef>
                <a:spcPts val="0"/>
              </a:spcBef>
              <a:spcAft>
                <a:spcPts val="0"/>
              </a:spcAft>
              <a:buSzPts val="2000"/>
              <a:buFont typeface="Playfair Display SemiBold"/>
              <a:buNone/>
              <a:defRPr sz="2000">
                <a:latin typeface="Playfair Display SemiBold"/>
                <a:ea typeface="Playfair Display SemiBold"/>
                <a:cs typeface="Playfair Display SemiBold"/>
                <a:sym typeface="Playfair Display SemiBold"/>
              </a:defRPr>
            </a:lvl4pPr>
            <a:lvl5pPr lvl="4" rtl="0">
              <a:lnSpc>
                <a:spcPct val="100000"/>
              </a:lnSpc>
              <a:spcBef>
                <a:spcPts val="0"/>
              </a:spcBef>
              <a:spcAft>
                <a:spcPts val="0"/>
              </a:spcAft>
              <a:buSzPts val="2000"/>
              <a:buFont typeface="Playfair Display SemiBold"/>
              <a:buNone/>
              <a:defRPr sz="2000">
                <a:latin typeface="Playfair Display SemiBold"/>
                <a:ea typeface="Playfair Display SemiBold"/>
                <a:cs typeface="Playfair Display SemiBold"/>
                <a:sym typeface="Playfair Display SemiBold"/>
              </a:defRPr>
            </a:lvl5pPr>
            <a:lvl6pPr lvl="5" rtl="0">
              <a:lnSpc>
                <a:spcPct val="100000"/>
              </a:lnSpc>
              <a:spcBef>
                <a:spcPts val="0"/>
              </a:spcBef>
              <a:spcAft>
                <a:spcPts val="0"/>
              </a:spcAft>
              <a:buSzPts val="2000"/>
              <a:buFont typeface="Playfair Display SemiBold"/>
              <a:buNone/>
              <a:defRPr sz="2000">
                <a:latin typeface="Playfair Display SemiBold"/>
                <a:ea typeface="Playfair Display SemiBold"/>
                <a:cs typeface="Playfair Display SemiBold"/>
                <a:sym typeface="Playfair Display SemiBold"/>
              </a:defRPr>
            </a:lvl6pPr>
            <a:lvl7pPr lvl="6" rtl="0">
              <a:lnSpc>
                <a:spcPct val="100000"/>
              </a:lnSpc>
              <a:spcBef>
                <a:spcPts val="0"/>
              </a:spcBef>
              <a:spcAft>
                <a:spcPts val="0"/>
              </a:spcAft>
              <a:buSzPts val="2000"/>
              <a:buFont typeface="Playfair Display SemiBold"/>
              <a:buNone/>
              <a:defRPr sz="2000">
                <a:latin typeface="Playfair Display SemiBold"/>
                <a:ea typeface="Playfair Display SemiBold"/>
                <a:cs typeface="Playfair Display SemiBold"/>
                <a:sym typeface="Playfair Display SemiBold"/>
              </a:defRPr>
            </a:lvl7pPr>
            <a:lvl8pPr lvl="7" rtl="0">
              <a:lnSpc>
                <a:spcPct val="100000"/>
              </a:lnSpc>
              <a:spcBef>
                <a:spcPts val="0"/>
              </a:spcBef>
              <a:spcAft>
                <a:spcPts val="0"/>
              </a:spcAft>
              <a:buSzPts val="2000"/>
              <a:buFont typeface="Playfair Display SemiBold"/>
              <a:buNone/>
              <a:defRPr sz="2000">
                <a:latin typeface="Playfair Display SemiBold"/>
                <a:ea typeface="Playfair Display SemiBold"/>
                <a:cs typeface="Playfair Display SemiBold"/>
                <a:sym typeface="Playfair Display SemiBold"/>
              </a:defRPr>
            </a:lvl8pPr>
            <a:lvl9pPr lvl="8" rtl="0">
              <a:lnSpc>
                <a:spcPct val="100000"/>
              </a:lnSpc>
              <a:spcBef>
                <a:spcPts val="0"/>
              </a:spcBef>
              <a:spcAft>
                <a:spcPts val="0"/>
              </a:spcAft>
              <a:buSzPts val="2000"/>
              <a:buFont typeface="Playfair Display SemiBold"/>
              <a:buNone/>
              <a:defRPr sz="2000">
                <a:latin typeface="Playfair Display SemiBold"/>
                <a:ea typeface="Playfair Display SemiBold"/>
                <a:cs typeface="Playfair Display SemiBold"/>
                <a:sym typeface="Playfair Display SemiBold"/>
              </a:defRPr>
            </a:lvl9pPr>
          </a:lstStyle>
          <a:p>
            <a:endParaRPr/>
          </a:p>
        </p:txBody>
      </p:sp>
      <p:sp>
        <p:nvSpPr>
          <p:cNvPr id="62" name="Google Shape;62;p15"/>
          <p:cNvSpPr txBox="1"/>
          <p:nvPr/>
        </p:nvSpPr>
        <p:spPr>
          <a:xfrm>
            <a:off x="713225" y="741463"/>
            <a:ext cx="2601000" cy="8118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None/>
            </a:pPr>
            <a:r>
              <a:rPr lang="en" sz="9600">
                <a:solidFill>
                  <a:schemeClr val="dk2"/>
                </a:solidFill>
                <a:latin typeface="Playfair Display SemiBold"/>
                <a:ea typeface="Playfair Display SemiBold"/>
                <a:cs typeface="Playfair Display SemiBold"/>
                <a:sym typeface="Playfair Display SemiBold"/>
              </a:rPr>
              <a:t>“</a:t>
            </a:r>
            <a:endParaRPr sz="9600">
              <a:solidFill>
                <a:schemeClr val="dk2"/>
              </a:solidFill>
              <a:latin typeface="Playfair Display SemiBold"/>
              <a:ea typeface="Playfair Display SemiBold"/>
              <a:cs typeface="Playfair Display SemiBold"/>
              <a:sym typeface="Playfair Display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83"/>
        <p:cNvGrpSpPr/>
        <p:nvPr/>
      </p:nvGrpSpPr>
      <p:grpSpPr>
        <a:xfrm>
          <a:off x="0" y="0"/>
          <a:ext cx="0" cy="0"/>
          <a:chOff x="0" y="0"/>
          <a:chExt cx="0" cy="0"/>
        </a:xfrm>
      </p:grpSpPr>
      <p:sp>
        <p:nvSpPr>
          <p:cNvPr id="84" name="Google Shape;84;p20"/>
          <p:cNvSpPr txBox="1">
            <a:spLocks noGrp="1"/>
          </p:cNvSpPr>
          <p:nvPr>
            <p:ph type="title"/>
          </p:nvPr>
        </p:nvSpPr>
        <p:spPr>
          <a:xfrm>
            <a:off x="3288150" y="1040375"/>
            <a:ext cx="5142600" cy="1461900"/>
          </a:xfrm>
          <a:prstGeom prst="rect">
            <a:avLst/>
          </a:prstGeom>
        </p:spPr>
        <p:txBody>
          <a:bodyPr spcFirstLastPara="1" wrap="square" lIns="91425" tIns="91425" rIns="91425" bIns="91425" anchor="t" anchorCtr="0">
            <a:noAutofit/>
          </a:bodyPr>
          <a:lstStyle>
            <a:lvl1pPr lvl="0" rtl="0">
              <a:spcBef>
                <a:spcPts val="0"/>
              </a:spcBef>
              <a:spcAft>
                <a:spcPts val="0"/>
              </a:spcAft>
              <a:buSzPts val="7200"/>
              <a:buNone/>
              <a:defRPr sz="7200"/>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endParaRPr/>
          </a:p>
        </p:txBody>
      </p:sp>
      <p:sp>
        <p:nvSpPr>
          <p:cNvPr id="85" name="Google Shape;85;p20"/>
          <p:cNvSpPr txBox="1">
            <a:spLocks noGrp="1"/>
          </p:cNvSpPr>
          <p:nvPr>
            <p:ph type="subTitle" idx="1"/>
          </p:nvPr>
        </p:nvSpPr>
        <p:spPr>
          <a:xfrm>
            <a:off x="3288150" y="3170125"/>
            <a:ext cx="4980300" cy="93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a:endParaRPr/>
          </a:p>
        </p:txBody>
      </p:sp>
      <p:sp>
        <p:nvSpPr>
          <p:cNvPr id="86" name="Google Shape;86;p20"/>
          <p:cNvSpPr txBox="1">
            <a:spLocks noGrp="1"/>
          </p:cNvSpPr>
          <p:nvPr>
            <p:ph type="title" idx="2" hasCustomPrompt="1"/>
          </p:nvPr>
        </p:nvSpPr>
        <p:spPr>
          <a:xfrm>
            <a:off x="713225" y="1040375"/>
            <a:ext cx="2199600" cy="1461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3000"/>
              <a:buNone/>
              <a:defRPr sz="13000">
                <a:solidFill>
                  <a:schemeClr val="accent2"/>
                </a:solidFill>
              </a:defRPr>
            </a:lvl1pPr>
            <a:lvl2pPr lvl="1" rtl="0">
              <a:spcBef>
                <a:spcPts val="0"/>
              </a:spcBef>
              <a:spcAft>
                <a:spcPts val="0"/>
              </a:spcAft>
              <a:buClr>
                <a:schemeClr val="accent2"/>
              </a:buClr>
              <a:buSzPts val="13000"/>
              <a:buNone/>
              <a:defRPr sz="13000">
                <a:solidFill>
                  <a:schemeClr val="accent2"/>
                </a:solidFill>
              </a:defRPr>
            </a:lvl2pPr>
            <a:lvl3pPr lvl="2" rtl="0">
              <a:spcBef>
                <a:spcPts val="0"/>
              </a:spcBef>
              <a:spcAft>
                <a:spcPts val="0"/>
              </a:spcAft>
              <a:buClr>
                <a:schemeClr val="accent2"/>
              </a:buClr>
              <a:buSzPts val="13000"/>
              <a:buNone/>
              <a:defRPr sz="13000">
                <a:solidFill>
                  <a:schemeClr val="accent2"/>
                </a:solidFill>
              </a:defRPr>
            </a:lvl3pPr>
            <a:lvl4pPr lvl="3" rtl="0">
              <a:spcBef>
                <a:spcPts val="0"/>
              </a:spcBef>
              <a:spcAft>
                <a:spcPts val="0"/>
              </a:spcAft>
              <a:buClr>
                <a:schemeClr val="accent2"/>
              </a:buClr>
              <a:buSzPts val="13000"/>
              <a:buNone/>
              <a:defRPr sz="13000">
                <a:solidFill>
                  <a:schemeClr val="accent2"/>
                </a:solidFill>
              </a:defRPr>
            </a:lvl4pPr>
            <a:lvl5pPr lvl="4" rtl="0">
              <a:spcBef>
                <a:spcPts val="0"/>
              </a:spcBef>
              <a:spcAft>
                <a:spcPts val="0"/>
              </a:spcAft>
              <a:buClr>
                <a:schemeClr val="accent2"/>
              </a:buClr>
              <a:buSzPts val="13000"/>
              <a:buNone/>
              <a:defRPr sz="13000">
                <a:solidFill>
                  <a:schemeClr val="accent2"/>
                </a:solidFill>
              </a:defRPr>
            </a:lvl5pPr>
            <a:lvl6pPr lvl="5" rtl="0">
              <a:spcBef>
                <a:spcPts val="0"/>
              </a:spcBef>
              <a:spcAft>
                <a:spcPts val="0"/>
              </a:spcAft>
              <a:buClr>
                <a:schemeClr val="accent2"/>
              </a:buClr>
              <a:buSzPts val="13000"/>
              <a:buNone/>
              <a:defRPr sz="13000">
                <a:solidFill>
                  <a:schemeClr val="accent2"/>
                </a:solidFill>
              </a:defRPr>
            </a:lvl6pPr>
            <a:lvl7pPr lvl="6" rtl="0">
              <a:spcBef>
                <a:spcPts val="0"/>
              </a:spcBef>
              <a:spcAft>
                <a:spcPts val="0"/>
              </a:spcAft>
              <a:buClr>
                <a:schemeClr val="accent2"/>
              </a:buClr>
              <a:buSzPts val="13000"/>
              <a:buNone/>
              <a:defRPr sz="13000">
                <a:solidFill>
                  <a:schemeClr val="accent2"/>
                </a:solidFill>
              </a:defRPr>
            </a:lvl7pPr>
            <a:lvl8pPr lvl="7" rtl="0">
              <a:spcBef>
                <a:spcPts val="0"/>
              </a:spcBef>
              <a:spcAft>
                <a:spcPts val="0"/>
              </a:spcAft>
              <a:buClr>
                <a:schemeClr val="accent2"/>
              </a:buClr>
              <a:buSzPts val="13000"/>
              <a:buNone/>
              <a:defRPr sz="13000">
                <a:solidFill>
                  <a:schemeClr val="accent2"/>
                </a:solidFill>
              </a:defRPr>
            </a:lvl8pPr>
            <a:lvl9pPr lvl="8" rtl="0">
              <a:spcBef>
                <a:spcPts val="0"/>
              </a:spcBef>
              <a:spcAft>
                <a:spcPts val="0"/>
              </a:spcAft>
              <a:buClr>
                <a:schemeClr val="accent2"/>
              </a:buClr>
              <a:buSzPts val="13000"/>
              <a:buNone/>
              <a:defRPr sz="13000">
                <a:solidFill>
                  <a:schemeClr val="accent2"/>
                </a:solidFill>
              </a:defRPr>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97"/>
        <p:cNvGrpSpPr/>
        <p:nvPr/>
      </p:nvGrpSpPr>
      <p:grpSpPr>
        <a:xfrm>
          <a:off x="0" y="0"/>
          <a:ext cx="0" cy="0"/>
          <a:chOff x="0" y="0"/>
          <a:chExt cx="0" cy="0"/>
        </a:xfrm>
      </p:grpSpPr>
      <p:sp>
        <p:nvSpPr>
          <p:cNvPr id="98" name="Google Shape;98;p24"/>
          <p:cNvSpPr txBox="1">
            <a:spLocks noGrp="1"/>
          </p:cNvSpPr>
          <p:nvPr>
            <p:ph type="title"/>
          </p:nvPr>
        </p:nvSpPr>
        <p:spPr>
          <a:xfrm>
            <a:off x="713225" y="1095800"/>
            <a:ext cx="3936600" cy="12435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a:lvl1pPr>
            <a:lvl2pPr lvl="1" rtl="0">
              <a:spcBef>
                <a:spcPts val="0"/>
              </a:spcBef>
              <a:spcAft>
                <a:spcPts val="0"/>
              </a:spcAft>
              <a:buSzPts val="5000"/>
              <a:buNone/>
              <a:defRPr/>
            </a:lvl2pPr>
            <a:lvl3pPr lvl="2" rtl="0">
              <a:spcBef>
                <a:spcPts val="0"/>
              </a:spcBef>
              <a:spcAft>
                <a:spcPts val="0"/>
              </a:spcAft>
              <a:buSzPts val="5000"/>
              <a:buNone/>
              <a:defRPr/>
            </a:lvl3pPr>
            <a:lvl4pPr lvl="3" rtl="0">
              <a:spcBef>
                <a:spcPts val="0"/>
              </a:spcBef>
              <a:spcAft>
                <a:spcPts val="0"/>
              </a:spcAft>
              <a:buSzPts val="5000"/>
              <a:buNone/>
              <a:defRPr/>
            </a:lvl4pPr>
            <a:lvl5pPr lvl="4" rtl="0">
              <a:spcBef>
                <a:spcPts val="0"/>
              </a:spcBef>
              <a:spcAft>
                <a:spcPts val="0"/>
              </a:spcAft>
              <a:buSzPts val="5000"/>
              <a:buNone/>
              <a:defRPr/>
            </a:lvl5pPr>
            <a:lvl6pPr lvl="5" rtl="0">
              <a:spcBef>
                <a:spcPts val="0"/>
              </a:spcBef>
              <a:spcAft>
                <a:spcPts val="0"/>
              </a:spcAft>
              <a:buSzPts val="5000"/>
              <a:buNone/>
              <a:defRPr/>
            </a:lvl6pPr>
            <a:lvl7pPr lvl="6" rtl="0">
              <a:spcBef>
                <a:spcPts val="0"/>
              </a:spcBef>
              <a:spcAft>
                <a:spcPts val="0"/>
              </a:spcAft>
              <a:buSzPts val="5000"/>
              <a:buNone/>
              <a:defRPr/>
            </a:lvl7pPr>
            <a:lvl8pPr lvl="7" rtl="0">
              <a:spcBef>
                <a:spcPts val="0"/>
              </a:spcBef>
              <a:spcAft>
                <a:spcPts val="0"/>
              </a:spcAft>
              <a:buSzPts val="5000"/>
              <a:buNone/>
              <a:defRPr/>
            </a:lvl8pPr>
            <a:lvl9pPr lvl="8" rtl="0">
              <a:spcBef>
                <a:spcPts val="0"/>
              </a:spcBef>
              <a:spcAft>
                <a:spcPts val="0"/>
              </a:spcAft>
              <a:buSzPts val="5000"/>
              <a:buNone/>
              <a:defRPr/>
            </a:lvl9pPr>
          </a:lstStyle>
          <a:p>
            <a:endParaRPr/>
          </a:p>
        </p:txBody>
      </p:sp>
      <p:sp>
        <p:nvSpPr>
          <p:cNvPr id="99" name="Google Shape;99;p24"/>
          <p:cNvSpPr txBox="1">
            <a:spLocks noGrp="1"/>
          </p:cNvSpPr>
          <p:nvPr>
            <p:ph type="subTitle" idx="1"/>
          </p:nvPr>
        </p:nvSpPr>
        <p:spPr>
          <a:xfrm>
            <a:off x="713225" y="3393700"/>
            <a:ext cx="3525300" cy="65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5"/>
        <p:cNvGrpSpPr/>
        <p:nvPr/>
      </p:nvGrpSpPr>
      <p:grpSpPr>
        <a:xfrm>
          <a:off x="0" y="0"/>
          <a:ext cx="0" cy="0"/>
          <a:chOff x="0" y="0"/>
          <a:chExt cx="0" cy="0"/>
        </a:xfrm>
      </p:grpSpPr>
      <p:sp>
        <p:nvSpPr>
          <p:cNvPr id="36" name="Google Shape;36;p10"/>
          <p:cNvSpPr txBox="1">
            <a:spLocks noGrp="1"/>
          </p:cNvSpPr>
          <p:nvPr>
            <p:ph type="body" idx="1"/>
          </p:nvPr>
        </p:nvSpPr>
        <p:spPr>
          <a:xfrm>
            <a:off x="4295400" y="539500"/>
            <a:ext cx="4270500" cy="2929800"/>
          </a:xfrm>
          <a:prstGeom prst="rect">
            <a:avLst/>
          </a:prstGeom>
        </p:spPr>
        <p:txBody>
          <a:bodyPr spcFirstLastPara="1" wrap="square" lIns="91425" tIns="91425" rIns="91425" bIns="91425" anchor="ctr" anchorCtr="0">
            <a:noAutofit/>
          </a:bodyPr>
          <a:lstStyle>
            <a:lvl1pPr marL="457200" lvl="0" indent="-228600">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713225" y="539500"/>
            <a:ext cx="3497700" cy="543900"/>
          </a:xfrm>
          <a:prstGeom prst="rect">
            <a:avLst/>
          </a:prstGeom>
        </p:spPr>
        <p:txBody>
          <a:bodyPr spcFirstLastPara="1" wrap="square" lIns="91425" tIns="91425" rIns="91425" bIns="91425" anchor="t" anchorCtr="0">
            <a:noAutofit/>
          </a:bodyPr>
          <a:lstStyle>
            <a:lvl1pPr lvl="0" rtl="0">
              <a:spcBef>
                <a:spcPts val="0"/>
              </a:spcBef>
              <a:spcAft>
                <a:spcPts val="0"/>
              </a:spcAft>
              <a:buSzPts val="5000"/>
              <a:buNone/>
              <a:defRPr/>
            </a:lvl1pPr>
            <a:lvl2pPr lvl="1" rtl="0">
              <a:spcBef>
                <a:spcPts val="0"/>
              </a:spcBef>
              <a:spcAft>
                <a:spcPts val="0"/>
              </a:spcAft>
              <a:buSzPts val="5000"/>
              <a:buNone/>
              <a:defRPr/>
            </a:lvl2pPr>
            <a:lvl3pPr lvl="2" rtl="0">
              <a:spcBef>
                <a:spcPts val="0"/>
              </a:spcBef>
              <a:spcAft>
                <a:spcPts val="0"/>
              </a:spcAft>
              <a:buSzPts val="5000"/>
              <a:buNone/>
              <a:defRPr/>
            </a:lvl3pPr>
            <a:lvl4pPr lvl="3" rtl="0">
              <a:spcBef>
                <a:spcPts val="0"/>
              </a:spcBef>
              <a:spcAft>
                <a:spcPts val="0"/>
              </a:spcAft>
              <a:buSzPts val="5000"/>
              <a:buNone/>
              <a:defRPr/>
            </a:lvl4pPr>
            <a:lvl5pPr lvl="4" rtl="0">
              <a:spcBef>
                <a:spcPts val="0"/>
              </a:spcBef>
              <a:spcAft>
                <a:spcPts val="0"/>
              </a:spcAft>
              <a:buSzPts val="5000"/>
              <a:buNone/>
              <a:defRPr/>
            </a:lvl5pPr>
            <a:lvl6pPr lvl="5" rtl="0">
              <a:spcBef>
                <a:spcPts val="0"/>
              </a:spcBef>
              <a:spcAft>
                <a:spcPts val="0"/>
              </a:spcAft>
              <a:buSzPts val="5000"/>
              <a:buNone/>
              <a:defRPr/>
            </a:lvl6pPr>
            <a:lvl7pPr lvl="6" rtl="0">
              <a:spcBef>
                <a:spcPts val="0"/>
              </a:spcBef>
              <a:spcAft>
                <a:spcPts val="0"/>
              </a:spcAft>
              <a:buSzPts val="5000"/>
              <a:buNone/>
              <a:defRPr/>
            </a:lvl7pPr>
            <a:lvl8pPr lvl="7" rtl="0">
              <a:spcBef>
                <a:spcPts val="0"/>
              </a:spcBef>
              <a:spcAft>
                <a:spcPts val="0"/>
              </a:spcAft>
              <a:buSzPts val="5000"/>
              <a:buNone/>
              <a:defRPr/>
            </a:lvl8pPr>
            <a:lvl9pPr lvl="8" rtl="0">
              <a:spcBef>
                <a:spcPts val="0"/>
              </a:spcBef>
              <a:spcAft>
                <a:spcPts val="0"/>
              </a:spcAft>
              <a:buSzPts val="5000"/>
              <a:buNone/>
              <a:defRPr/>
            </a:lvl9pPr>
          </a:lstStyle>
          <a:p>
            <a:endParaRPr/>
          </a:p>
        </p:txBody>
      </p:sp>
      <p:sp>
        <p:nvSpPr>
          <p:cNvPr id="34" name="Google Shape;34;p9"/>
          <p:cNvSpPr txBox="1">
            <a:spLocks noGrp="1"/>
          </p:cNvSpPr>
          <p:nvPr>
            <p:ph type="subTitle" idx="1"/>
          </p:nvPr>
        </p:nvSpPr>
        <p:spPr>
          <a:xfrm>
            <a:off x="713225" y="2037600"/>
            <a:ext cx="3497700" cy="196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87"/>
        <p:cNvGrpSpPr/>
        <p:nvPr/>
      </p:nvGrpSpPr>
      <p:grpSpPr>
        <a:xfrm>
          <a:off x="0" y="0"/>
          <a:ext cx="0" cy="0"/>
          <a:chOff x="0" y="0"/>
          <a:chExt cx="0" cy="0"/>
        </a:xfrm>
      </p:grpSpPr>
      <p:sp>
        <p:nvSpPr>
          <p:cNvPr id="88" name="Google Shape;88;p21"/>
          <p:cNvSpPr txBox="1">
            <a:spLocks noGrp="1"/>
          </p:cNvSpPr>
          <p:nvPr>
            <p:ph type="title"/>
          </p:nvPr>
        </p:nvSpPr>
        <p:spPr>
          <a:xfrm>
            <a:off x="3774325" y="1536050"/>
            <a:ext cx="4656600" cy="1461900"/>
          </a:xfrm>
          <a:prstGeom prst="rect">
            <a:avLst/>
          </a:prstGeom>
        </p:spPr>
        <p:txBody>
          <a:bodyPr spcFirstLastPara="1" wrap="square" lIns="91425" tIns="91425" rIns="91425" bIns="91425" anchor="t" anchorCtr="0">
            <a:noAutofit/>
          </a:bodyPr>
          <a:lstStyle>
            <a:lvl1pPr lvl="0" rtl="0">
              <a:spcBef>
                <a:spcPts val="0"/>
              </a:spcBef>
              <a:spcAft>
                <a:spcPts val="0"/>
              </a:spcAft>
              <a:buSzPts val="7200"/>
              <a:buNone/>
              <a:defRPr sz="7200"/>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endParaRPr/>
          </a:p>
        </p:txBody>
      </p:sp>
      <p:sp>
        <p:nvSpPr>
          <p:cNvPr id="89" name="Google Shape;89;p21"/>
          <p:cNvSpPr txBox="1">
            <a:spLocks noGrp="1"/>
          </p:cNvSpPr>
          <p:nvPr>
            <p:ph type="subTitle" idx="1"/>
          </p:nvPr>
        </p:nvSpPr>
        <p:spPr>
          <a:xfrm>
            <a:off x="3774325" y="3665825"/>
            <a:ext cx="4656600" cy="93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a:endParaRPr/>
          </a:p>
        </p:txBody>
      </p:sp>
      <p:sp>
        <p:nvSpPr>
          <p:cNvPr id="90" name="Google Shape;90;p21"/>
          <p:cNvSpPr txBox="1">
            <a:spLocks noGrp="1"/>
          </p:cNvSpPr>
          <p:nvPr>
            <p:ph type="title" idx="2" hasCustomPrompt="1"/>
          </p:nvPr>
        </p:nvSpPr>
        <p:spPr>
          <a:xfrm>
            <a:off x="3774325" y="239875"/>
            <a:ext cx="4656600" cy="1461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3000"/>
              <a:buNone/>
              <a:defRPr sz="13000">
                <a:solidFill>
                  <a:schemeClr val="accent2"/>
                </a:solidFill>
              </a:defRPr>
            </a:lvl1pPr>
            <a:lvl2pPr lvl="1" rtl="0">
              <a:spcBef>
                <a:spcPts val="0"/>
              </a:spcBef>
              <a:spcAft>
                <a:spcPts val="0"/>
              </a:spcAft>
              <a:buClr>
                <a:schemeClr val="accent2"/>
              </a:buClr>
              <a:buSzPts val="13000"/>
              <a:buNone/>
              <a:defRPr sz="13000">
                <a:solidFill>
                  <a:schemeClr val="accent2"/>
                </a:solidFill>
              </a:defRPr>
            </a:lvl2pPr>
            <a:lvl3pPr lvl="2" rtl="0">
              <a:spcBef>
                <a:spcPts val="0"/>
              </a:spcBef>
              <a:spcAft>
                <a:spcPts val="0"/>
              </a:spcAft>
              <a:buClr>
                <a:schemeClr val="accent2"/>
              </a:buClr>
              <a:buSzPts val="13000"/>
              <a:buNone/>
              <a:defRPr sz="13000">
                <a:solidFill>
                  <a:schemeClr val="accent2"/>
                </a:solidFill>
              </a:defRPr>
            </a:lvl3pPr>
            <a:lvl4pPr lvl="3" rtl="0">
              <a:spcBef>
                <a:spcPts val="0"/>
              </a:spcBef>
              <a:spcAft>
                <a:spcPts val="0"/>
              </a:spcAft>
              <a:buClr>
                <a:schemeClr val="accent2"/>
              </a:buClr>
              <a:buSzPts val="13000"/>
              <a:buNone/>
              <a:defRPr sz="13000">
                <a:solidFill>
                  <a:schemeClr val="accent2"/>
                </a:solidFill>
              </a:defRPr>
            </a:lvl4pPr>
            <a:lvl5pPr lvl="4" rtl="0">
              <a:spcBef>
                <a:spcPts val="0"/>
              </a:spcBef>
              <a:spcAft>
                <a:spcPts val="0"/>
              </a:spcAft>
              <a:buClr>
                <a:schemeClr val="accent2"/>
              </a:buClr>
              <a:buSzPts val="13000"/>
              <a:buNone/>
              <a:defRPr sz="13000">
                <a:solidFill>
                  <a:schemeClr val="accent2"/>
                </a:solidFill>
              </a:defRPr>
            </a:lvl5pPr>
            <a:lvl6pPr lvl="5" rtl="0">
              <a:spcBef>
                <a:spcPts val="0"/>
              </a:spcBef>
              <a:spcAft>
                <a:spcPts val="0"/>
              </a:spcAft>
              <a:buClr>
                <a:schemeClr val="accent2"/>
              </a:buClr>
              <a:buSzPts val="13000"/>
              <a:buNone/>
              <a:defRPr sz="13000">
                <a:solidFill>
                  <a:schemeClr val="accent2"/>
                </a:solidFill>
              </a:defRPr>
            </a:lvl6pPr>
            <a:lvl7pPr lvl="6" rtl="0">
              <a:spcBef>
                <a:spcPts val="0"/>
              </a:spcBef>
              <a:spcAft>
                <a:spcPts val="0"/>
              </a:spcAft>
              <a:buClr>
                <a:schemeClr val="accent2"/>
              </a:buClr>
              <a:buSzPts val="13000"/>
              <a:buNone/>
              <a:defRPr sz="13000">
                <a:solidFill>
                  <a:schemeClr val="accent2"/>
                </a:solidFill>
              </a:defRPr>
            </a:lvl7pPr>
            <a:lvl8pPr lvl="7" rtl="0">
              <a:spcBef>
                <a:spcPts val="0"/>
              </a:spcBef>
              <a:spcAft>
                <a:spcPts val="0"/>
              </a:spcAft>
              <a:buClr>
                <a:schemeClr val="accent2"/>
              </a:buClr>
              <a:buSzPts val="13000"/>
              <a:buNone/>
              <a:defRPr sz="13000">
                <a:solidFill>
                  <a:schemeClr val="accent2"/>
                </a:solidFill>
              </a:defRPr>
            </a:lvl8pPr>
            <a:lvl9pPr lvl="8" rtl="0">
              <a:spcBef>
                <a:spcPts val="0"/>
              </a:spcBef>
              <a:spcAft>
                <a:spcPts val="0"/>
              </a:spcAft>
              <a:buClr>
                <a:schemeClr val="accent2"/>
              </a:buClr>
              <a:buSzPts val="13000"/>
              <a:buNone/>
              <a:defRPr sz="13000">
                <a:solidFill>
                  <a:schemeClr val="accent2"/>
                </a:solidFill>
              </a:defRPr>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38"/>
        <p:cNvGrpSpPr/>
        <p:nvPr/>
      </p:nvGrpSpPr>
      <p:grpSpPr>
        <a:xfrm>
          <a:off x="0" y="0"/>
          <a:ext cx="0" cy="0"/>
          <a:chOff x="0" y="0"/>
          <a:chExt cx="0" cy="0"/>
        </a:xfrm>
      </p:grpSpPr>
      <p:sp>
        <p:nvSpPr>
          <p:cNvPr id="139" name="Google Shape;139;p29"/>
          <p:cNvSpPr txBox="1">
            <a:spLocks noGrp="1"/>
          </p:cNvSpPr>
          <p:nvPr>
            <p:ph type="title"/>
          </p:nvPr>
        </p:nvSpPr>
        <p:spPr>
          <a:xfrm>
            <a:off x="713225" y="501425"/>
            <a:ext cx="3468000" cy="9210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140" name="Google Shape;140;p29"/>
          <p:cNvSpPr txBox="1"/>
          <p:nvPr/>
        </p:nvSpPr>
        <p:spPr>
          <a:xfrm>
            <a:off x="783325" y="3535724"/>
            <a:ext cx="3468000" cy="665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Abel"/>
                <a:ea typeface="Abel"/>
                <a:cs typeface="Abel"/>
                <a:sym typeface="Abel"/>
              </a:rPr>
              <a:t>Credits: This presentation template was created by Slidesgo, including icons by Flaticon, and infographics &amp; images by Freepik.</a:t>
            </a:r>
            <a:endParaRPr>
              <a:latin typeface="Abel"/>
              <a:ea typeface="Abel"/>
              <a:cs typeface="Abel"/>
              <a:sym typeface="Abel"/>
            </a:endParaRPr>
          </a:p>
        </p:txBody>
      </p:sp>
      <p:sp>
        <p:nvSpPr>
          <p:cNvPr id="141" name="Google Shape;141;p29"/>
          <p:cNvSpPr txBox="1">
            <a:spLocks noGrp="1"/>
          </p:cNvSpPr>
          <p:nvPr>
            <p:ph type="subTitle" idx="1"/>
          </p:nvPr>
        </p:nvSpPr>
        <p:spPr>
          <a:xfrm>
            <a:off x="783325" y="2764925"/>
            <a:ext cx="34680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2" name="Google Shape;142;p29"/>
          <p:cNvSpPr txBox="1">
            <a:spLocks noGrp="1"/>
          </p:cNvSpPr>
          <p:nvPr>
            <p:ph type="subTitle" idx="2"/>
          </p:nvPr>
        </p:nvSpPr>
        <p:spPr>
          <a:xfrm>
            <a:off x="783325" y="4306225"/>
            <a:ext cx="3468000" cy="33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300"/>
              <a:buNone/>
              <a:defRPr sz="1300" b="1"/>
            </a:lvl1pPr>
            <a:lvl2pPr lvl="1" rtl="0">
              <a:lnSpc>
                <a:spcPct val="100000"/>
              </a:lnSpc>
              <a:spcBef>
                <a:spcPts val="0"/>
              </a:spcBef>
              <a:spcAft>
                <a:spcPts val="0"/>
              </a:spcAft>
              <a:buSzPts val="1300"/>
              <a:buNone/>
              <a:defRPr sz="1300" b="1"/>
            </a:lvl2pPr>
            <a:lvl3pPr lvl="2" rtl="0">
              <a:lnSpc>
                <a:spcPct val="100000"/>
              </a:lnSpc>
              <a:spcBef>
                <a:spcPts val="0"/>
              </a:spcBef>
              <a:spcAft>
                <a:spcPts val="0"/>
              </a:spcAft>
              <a:buSzPts val="1300"/>
              <a:buNone/>
              <a:defRPr sz="1300" b="1"/>
            </a:lvl3pPr>
            <a:lvl4pPr lvl="3" rtl="0">
              <a:lnSpc>
                <a:spcPct val="100000"/>
              </a:lnSpc>
              <a:spcBef>
                <a:spcPts val="0"/>
              </a:spcBef>
              <a:spcAft>
                <a:spcPts val="0"/>
              </a:spcAft>
              <a:buSzPts val="1300"/>
              <a:buNone/>
              <a:defRPr sz="1300" b="1"/>
            </a:lvl4pPr>
            <a:lvl5pPr lvl="4" rtl="0">
              <a:lnSpc>
                <a:spcPct val="100000"/>
              </a:lnSpc>
              <a:spcBef>
                <a:spcPts val="0"/>
              </a:spcBef>
              <a:spcAft>
                <a:spcPts val="0"/>
              </a:spcAft>
              <a:buSzPts val="1300"/>
              <a:buNone/>
              <a:defRPr sz="1300" b="1"/>
            </a:lvl5pPr>
            <a:lvl6pPr lvl="5" rtl="0">
              <a:lnSpc>
                <a:spcPct val="100000"/>
              </a:lnSpc>
              <a:spcBef>
                <a:spcPts val="0"/>
              </a:spcBef>
              <a:spcAft>
                <a:spcPts val="0"/>
              </a:spcAft>
              <a:buSzPts val="1300"/>
              <a:buNone/>
              <a:defRPr sz="1300" b="1"/>
            </a:lvl6pPr>
            <a:lvl7pPr lvl="6" rtl="0">
              <a:lnSpc>
                <a:spcPct val="100000"/>
              </a:lnSpc>
              <a:spcBef>
                <a:spcPts val="0"/>
              </a:spcBef>
              <a:spcAft>
                <a:spcPts val="0"/>
              </a:spcAft>
              <a:buSzPts val="1300"/>
              <a:buNone/>
              <a:defRPr sz="1300" b="1"/>
            </a:lvl7pPr>
            <a:lvl8pPr lvl="7" rtl="0">
              <a:lnSpc>
                <a:spcPct val="100000"/>
              </a:lnSpc>
              <a:spcBef>
                <a:spcPts val="0"/>
              </a:spcBef>
              <a:spcAft>
                <a:spcPts val="0"/>
              </a:spcAft>
              <a:buSzPts val="1300"/>
              <a:buNone/>
              <a:defRPr sz="1300" b="1"/>
            </a:lvl8pPr>
            <a:lvl9pPr lvl="8" rtl="0">
              <a:lnSpc>
                <a:spcPct val="100000"/>
              </a:lnSpc>
              <a:spcBef>
                <a:spcPts val="0"/>
              </a:spcBef>
              <a:spcAft>
                <a:spcPts val="0"/>
              </a:spcAft>
              <a:buSzPts val="1300"/>
              <a:buNone/>
              <a:defRPr sz="1300" b="1"/>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1">
  <p:cSld name="Main point 1">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2282175" y="1790975"/>
            <a:ext cx="6861900" cy="2482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9600"/>
              <a:buNone/>
              <a:defRPr sz="9600">
                <a:solidFill>
                  <a:schemeClr val="dk2"/>
                </a:solidFill>
              </a:defRPr>
            </a:lvl1pPr>
            <a:lvl2pPr lvl="1" rtl="0">
              <a:spcBef>
                <a:spcPts val="0"/>
              </a:spcBef>
              <a:spcAft>
                <a:spcPts val="0"/>
              </a:spcAft>
              <a:buClr>
                <a:schemeClr val="dk2"/>
              </a:buClr>
              <a:buSzPts val="9600"/>
              <a:buNone/>
              <a:defRPr sz="9600">
                <a:solidFill>
                  <a:schemeClr val="dk2"/>
                </a:solidFill>
              </a:defRPr>
            </a:lvl2pPr>
            <a:lvl3pPr lvl="2" rtl="0">
              <a:spcBef>
                <a:spcPts val="0"/>
              </a:spcBef>
              <a:spcAft>
                <a:spcPts val="0"/>
              </a:spcAft>
              <a:buClr>
                <a:schemeClr val="dk2"/>
              </a:buClr>
              <a:buSzPts val="9600"/>
              <a:buNone/>
              <a:defRPr sz="9600">
                <a:solidFill>
                  <a:schemeClr val="dk2"/>
                </a:solidFill>
              </a:defRPr>
            </a:lvl3pPr>
            <a:lvl4pPr lvl="3" rtl="0">
              <a:spcBef>
                <a:spcPts val="0"/>
              </a:spcBef>
              <a:spcAft>
                <a:spcPts val="0"/>
              </a:spcAft>
              <a:buClr>
                <a:schemeClr val="dk2"/>
              </a:buClr>
              <a:buSzPts val="9600"/>
              <a:buNone/>
              <a:defRPr sz="9600">
                <a:solidFill>
                  <a:schemeClr val="dk2"/>
                </a:solidFill>
              </a:defRPr>
            </a:lvl4pPr>
            <a:lvl5pPr lvl="4" rtl="0">
              <a:spcBef>
                <a:spcPts val="0"/>
              </a:spcBef>
              <a:spcAft>
                <a:spcPts val="0"/>
              </a:spcAft>
              <a:buClr>
                <a:schemeClr val="dk2"/>
              </a:buClr>
              <a:buSzPts val="9600"/>
              <a:buNone/>
              <a:defRPr sz="9600">
                <a:solidFill>
                  <a:schemeClr val="dk2"/>
                </a:solidFill>
              </a:defRPr>
            </a:lvl5pPr>
            <a:lvl6pPr lvl="5" rtl="0">
              <a:spcBef>
                <a:spcPts val="0"/>
              </a:spcBef>
              <a:spcAft>
                <a:spcPts val="0"/>
              </a:spcAft>
              <a:buClr>
                <a:schemeClr val="dk2"/>
              </a:buClr>
              <a:buSzPts val="9600"/>
              <a:buNone/>
              <a:defRPr sz="9600">
                <a:solidFill>
                  <a:schemeClr val="dk2"/>
                </a:solidFill>
              </a:defRPr>
            </a:lvl6pPr>
            <a:lvl7pPr lvl="6" rtl="0">
              <a:spcBef>
                <a:spcPts val="0"/>
              </a:spcBef>
              <a:spcAft>
                <a:spcPts val="0"/>
              </a:spcAft>
              <a:buClr>
                <a:schemeClr val="dk2"/>
              </a:buClr>
              <a:buSzPts val="9600"/>
              <a:buNone/>
              <a:defRPr sz="9600">
                <a:solidFill>
                  <a:schemeClr val="dk2"/>
                </a:solidFill>
              </a:defRPr>
            </a:lvl7pPr>
            <a:lvl8pPr lvl="7" rtl="0">
              <a:spcBef>
                <a:spcPts val="0"/>
              </a:spcBef>
              <a:spcAft>
                <a:spcPts val="0"/>
              </a:spcAft>
              <a:buClr>
                <a:schemeClr val="dk2"/>
              </a:buClr>
              <a:buSzPts val="9600"/>
              <a:buNone/>
              <a:defRPr sz="9600">
                <a:solidFill>
                  <a:schemeClr val="dk2"/>
                </a:solidFill>
              </a:defRPr>
            </a:lvl8pPr>
            <a:lvl9pPr lvl="8" rtl="0">
              <a:spcBef>
                <a:spcPts val="0"/>
              </a:spcBef>
              <a:spcAft>
                <a:spcPts val="0"/>
              </a:spcAft>
              <a:buClr>
                <a:schemeClr val="dk2"/>
              </a:buClr>
              <a:buSzPts val="9600"/>
              <a:buNone/>
              <a:defRPr sz="9600">
                <a:solidFill>
                  <a:schemeClr val="dk2"/>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EFEFE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43900"/>
          </a:xfrm>
          <a:prstGeom prst="rect">
            <a:avLst/>
          </a:prstGeom>
          <a:noFill/>
          <a:ln>
            <a:noFill/>
          </a:ln>
        </p:spPr>
        <p:txBody>
          <a:bodyPr spcFirstLastPara="1" wrap="square" lIns="91425" tIns="91425" rIns="91425" bIns="91425" anchor="t" anchorCtr="0">
            <a:noAutofit/>
          </a:bodyPr>
          <a:lstStyle>
            <a:lvl1pPr lvl="0">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1pPr>
            <a:lvl2pPr lvl="1">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2pPr>
            <a:lvl3pPr lvl="2">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3pPr>
            <a:lvl4pPr lvl="3">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4pPr>
            <a:lvl5pPr lvl="4">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5pPr>
            <a:lvl6pPr lvl="5">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6pPr>
            <a:lvl7pPr lvl="6">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7pPr>
            <a:lvl8pPr lvl="7">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8pPr>
            <a:lvl9pPr lvl="8">
              <a:lnSpc>
                <a:spcPct val="85000"/>
              </a:lnSpc>
              <a:spcBef>
                <a:spcPts val="0"/>
              </a:spcBef>
              <a:spcAft>
                <a:spcPts val="0"/>
              </a:spcAft>
              <a:buClr>
                <a:schemeClr val="dk1"/>
              </a:buClr>
              <a:buSzPts val="5000"/>
              <a:buFont typeface="Playfair Display SemiBold"/>
              <a:buNone/>
              <a:defRPr sz="5000">
                <a:solidFill>
                  <a:schemeClr val="dk1"/>
                </a:solidFill>
                <a:latin typeface="Playfair Display SemiBold"/>
                <a:ea typeface="Playfair Display SemiBold"/>
                <a:cs typeface="Playfair Display SemiBold"/>
                <a:sym typeface="Playfair Display SemiBold"/>
              </a:defRPr>
            </a:lvl9pPr>
          </a:lstStyle>
          <a:p>
            <a:endParaRPr/>
          </a:p>
        </p:txBody>
      </p:sp>
      <p:sp>
        <p:nvSpPr>
          <p:cNvPr id="7" name="Google Shape;7;p1"/>
          <p:cNvSpPr txBox="1">
            <a:spLocks noGrp="1"/>
          </p:cNvSpPr>
          <p:nvPr>
            <p:ph type="body" idx="1"/>
          </p:nvPr>
        </p:nvSpPr>
        <p:spPr>
          <a:xfrm>
            <a:off x="713225" y="1255600"/>
            <a:ext cx="7717500" cy="33438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Abel"/>
              <a:buChar char="●"/>
              <a:defRPr>
                <a:solidFill>
                  <a:schemeClr val="dk2"/>
                </a:solidFill>
                <a:latin typeface="Abel"/>
                <a:ea typeface="Abel"/>
                <a:cs typeface="Abel"/>
                <a:sym typeface="Abel"/>
              </a:defRPr>
            </a:lvl1pPr>
            <a:lvl2pPr marL="914400" lvl="1" indent="-317500">
              <a:lnSpc>
                <a:spcPct val="115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2pPr>
            <a:lvl3pPr marL="1371600" lvl="2" indent="-317500">
              <a:lnSpc>
                <a:spcPct val="115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3pPr>
            <a:lvl4pPr marL="1828800" lvl="3" indent="-317500">
              <a:lnSpc>
                <a:spcPct val="115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4pPr>
            <a:lvl5pPr marL="2286000" lvl="4" indent="-317500">
              <a:lnSpc>
                <a:spcPct val="115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5pPr>
            <a:lvl6pPr marL="2743200" lvl="5" indent="-317500">
              <a:lnSpc>
                <a:spcPct val="115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6pPr>
            <a:lvl7pPr marL="3200400" lvl="6" indent="-317500">
              <a:lnSpc>
                <a:spcPct val="115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7pPr>
            <a:lvl8pPr marL="3657600" lvl="7" indent="-317500">
              <a:lnSpc>
                <a:spcPct val="115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8pPr>
            <a:lvl9pPr marL="4114800" lvl="8" indent="-317500">
              <a:lnSpc>
                <a:spcPct val="115000"/>
              </a:lnSpc>
              <a:spcBef>
                <a:spcPts val="1600"/>
              </a:spcBef>
              <a:spcAft>
                <a:spcPts val="1600"/>
              </a:spcAft>
              <a:buClr>
                <a:schemeClr val="dk2"/>
              </a:buClr>
              <a:buSzPts val="1400"/>
              <a:buFont typeface="Abel"/>
              <a:buChar char="■"/>
              <a:defRPr>
                <a:solidFill>
                  <a:schemeClr val="dk2"/>
                </a:solidFill>
                <a:latin typeface="Abel"/>
                <a:ea typeface="Abel"/>
                <a:cs typeface="Abel"/>
                <a:sym typeface="Abe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76" r:id="rId3"/>
    <p:sldLayoutId id="2147483677"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153"/>
        <p:cNvGrpSpPr/>
        <p:nvPr/>
      </p:nvGrpSpPr>
      <p:grpSpPr>
        <a:xfrm>
          <a:off x="0" y="0"/>
          <a:ext cx="0" cy="0"/>
          <a:chOff x="0" y="0"/>
          <a:chExt cx="0" cy="0"/>
        </a:xfrm>
      </p:grpSpPr>
      <p:cxnSp>
        <p:nvCxnSpPr>
          <p:cNvPr id="154" name="Google Shape;154;p34"/>
          <p:cNvCxnSpPr/>
          <p:nvPr/>
        </p:nvCxnSpPr>
        <p:spPr>
          <a:xfrm>
            <a:off x="762000" y="2800350"/>
            <a:ext cx="2654700" cy="0"/>
          </a:xfrm>
          <a:prstGeom prst="straightConnector1">
            <a:avLst/>
          </a:prstGeom>
          <a:noFill/>
          <a:ln w="9525" cap="flat" cmpd="sng">
            <a:solidFill>
              <a:schemeClr val="dk2"/>
            </a:solidFill>
            <a:prstDash val="solid"/>
            <a:round/>
            <a:headEnd type="none" w="med" len="med"/>
            <a:tailEnd type="none" w="med" len="med"/>
          </a:ln>
        </p:spPr>
      </p:cxnSp>
      <p:sp>
        <p:nvSpPr>
          <p:cNvPr id="156" name="Google Shape;156;p34"/>
          <p:cNvSpPr txBox="1">
            <a:spLocks noGrp="1"/>
          </p:cNvSpPr>
          <p:nvPr>
            <p:ph type="ctrTitle"/>
          </p:nvPr>
        </p:nvSpPr>
        <p:spPr>
          <a:xfrm>
            <a:off x="457200" y="742950"/>
            <a:ext cx="7925400" cy="87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CURIO -Fashion </a:t>
            </a:r>
            <a:br>
              <a:rPr lang="en" dirty="0" smtClean="0"/>
            </a:br>
            <a:r>
              <a:rPr lang="en" dirty="0" smtClean="0"/>
              <a:t>&amp; Style Assistant</a:t>
            </a:r>
            <a:endParaRPr/>
          </a:p>
        </p:txBody>
      </p:sp>
      <p:sp>
        <p:nvSpPr>
          <p:cNvPr id="157" name="Google Shape;157;p34"/>
          <p:cNvSpPr txBox="1">
            <a:spLocks noGrp="1"/>
          </p:cNvSpPr>
          <p:nvPr>
            <p:ph type="subTitle" idx="1"/>
          </p:nvPr>
        </p:nvSpPr>
        <p:spPr>
          <a:xfrm>
            <a:off x="713224" y="3658325"/>
            <a:ext cx="3020575" cy="94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By :Shraddha Tiwari</a:t>
            </a:r>
          </a:p>
          <a:p>
            <a:pPr marL="0" lvl="0" indent="0" algn="l" rtl="0">
              <a:spcBef>
                <a:spcPts val="0"/>
              </a:spcBef>
              <a:spcAft>
                <a:spcPts val="0"/>
              </a:spcAft>
              <a:buNone/>
            </a:pPr>
            <a:r>
              <a:rPr lang="en" dirty="0" smtClean="0"/>
              <a:t>Roll No.:20</a:t>
            </a:r>
          </a:p>
          <a:p>
            <a:pPr marL="0" lvl="0" indent="0" algn="l" rtl="0">
              <a:spcBef>
                <a:spcPts val="0"/>
              </a:spcBef>
              <a:spcAft>
                <a:spcPts val="0"/>
              </a:spcAft>
              <a:buNone/>
            </a:pPr>
            <a:r>
              <a:rPr lang="en" dirty="0" smtClean="0"/>
              <a:t>College: DUIAS and DSIM&amp;C</a:t>
            </a:r>
            <a:endParaRPr/>
          </a:p>
        </p:txBody>
      </p:sp>
      <p:sp>
        <p:nvSpPr>
          <p:cNvPr id="158" name="Google Shape;158;p34"/>
          <p:cNvSpPr txBox="1">
            <a:spLocks noGrp="1"/>
          </p:cNvSpPr>
          <p:nvPr>
            <p:ph type="ctrTitle" idx="2"/>
          </p:nvPr>
        </p:nvSpPr>
        <p:spPr>
          <a:xfrm>
            <a:off x="762000" y="2266950"/>
            <a:ext cx="3187500" cy="6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smtClean="0"/>
              <a:t>A Minor Project</a:t>
            </a:r>
            <a:endParaRPr/>
          </a:p>
        </p:txBody>
      </p:sp>
      <p:pic>
        <p:nvPicPr>
          <p:cNvPr id="160" name="Google Shape;160;p34"/>
          <p:cNvPicPr preferRelativeResize="0"/>
          <p:nvPr/>
        </p:nvPicPr>
        <p:blipFill>
          <a:blip r:embed="rId3">
            <a:alphaModFix/>
          </a:blip>
          <a:stretch>
            <a:fillRect/>
          </a:stretch>
        </p:blipFill>
        <p:spPr>
          <a:xfrm>
            <a:off x="6248400" y="0"/>
            <a:ext cx="3793001" cy="4850326"/>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title"/>
          </p:nvPr>
        </p:nvSpPr>
        <p:spPr>
          <a:xfrm>
            <a:off x="713225" y="1390675"/>
            <a:ext cx="7916700" cy="171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Style is a way </a:t>
            </a:r>
            <a:br>
              <a:rPr lang="en" dirty="0" smtClean="0"/>
            </a:br>
            <a:r>
              <a:rPr lang="en" dirty="0" smtClean="0"/>
              <a:t>to say who you are </a:t>
            </a:r>
            <a:br>
              <a:rPr lang="en" dirty="0" smtClean="0"/>
            </a:br>
            <a:r>
              <a:rPr lang="en" dirty="0" smtClean="0"/>
              <a:t>without having </a:t>
            </a:r>
            <a:br>
              <a:rPr lang="en" dirty="0" smtClean="0"/>
            </a:br>
            <a:r>
              <a:rPr lang="en" dirty="0" smtClean="0"/>
              <a:t>to speak. </a:t>
            </a:r>
            <a:br>
              <a:rPr lang="en" dirty="0" smtClean="0"/>
            </a:br>
            <a:endParaRPr/>
          </a:p>
        </p:txBody>
      </p:sp>
      <p:sp>
        <p:nvSpPr>
          <p:cNvPr id="483" name="Google Shape;483;p59"/>
          <p:cNvSpPr txBox="1">
            <a:spLocks noGrp="1"/>
          </p:cNvSpPr>
          <p:nvPr>
            <p:ph type="subTitle" idx="1"/>
          </p:nvPr>
        </p:nvSpPr>
        <p:spPr>
          <a:xfrm>
            <a:off x="5791200" y="4019550"/>
            <a:ext cx="2925600" cy="33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—RACHEL ZOE</a:t>
            </a:r>
            <a:endParaRPr/>
          </a:p>
        </p:txBody>
      </p:sp>
      <p:sp>
        <p:nvSpPr>
          <p:cNvPr id="4" name="TextBox 3"/>
          <p:cNvSpPr txBox="1"/>
          <p:nvPr/>
        </p:nvSpPr>
        <p:spPr>
          <a:xfrm>
            <a:off x="7924800" y="2571750"/>
            <a:ext cx="753732" cy="1631216"/>
          </a:xfrm>
          <a:prstGeom prst="rect">
            <a:avLst/>
          </a:prstGeom>
          <a:noFill/>
        </p:spPr>
        <p:txBody>
          <a:bodyPr wrap="none" rtlCol="0">
            <a:spAutoFit/>
          </a:bodyPr>
          <a:lstStyle/>
          <a:p>
            <a:r>
              <a:rPr lang="en" sz="10000" dirty="0" smtClean="0">
                <a:latin typeface="Playfair Display SemiBold" charset="0"/>
              </a:rPr>
              <a:t>”</a:t>
            </a:r>
            <a:endParaRPr lang="en-US" sz="10000" dirty="0">
              <a:latin typeface="Playfair Display SemiBold"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cxnSp>
        <p:nvCxnSpPr>
          <p:cNvPr id="254" name="Google Shape;254;p42"/>
          <p:cNvCxnSpPr/>
          <p:nvPr/>
        </p:nvCxnSpPr>
        <p:spPr>
          <a:xfrm>
            <a:off x="3581400" y="1581150"/>
            <a:ext cx="4953000" cy="1588"/>
          </a:xfrm>
          <a:prstGeom prst="straightConnector1">
            <a:avLst/>
          </a:prstGeom>
          <a:noFill/>
          <a:ln w="9525" cap="flat" cmpd="sng">
            <a:solidFill>
              <a:schemeClr val="dk2"/>
            </a:solidFill>
            <a:prstDash val="solid"/>
            <a:round/>
            <a:headEnd type="none" w="med" len="med"/>
            <a:tailEnd type="none" w="med" len="med"/>
          </a:ln>
        </p:spPr>
      </p:cxnSp>
      <p:cxnSp>
        <p:nvCxnSpPr>
          <p:cNvPr id="255" name="Google Shape;255;p42"/>
          <p:cNvCxnSpPr/>
          <p:nvPr/>
        </p:nvCxnSpPr>
        <p:spPr>
          <a:xfrm rot="5400000">
            <a:off x="952500" y="2609850"/>
            <a:ext cx="4343400" cy="1588"/>
          </a:xfrm>
          <a:prstGeom prst="straightConnector1">
            <a:avLst/>
          </a:prstGeom>
          <a:noFill/>
          <a:ln w="9525" cap="flat" cmpd="sng">
            <a:solidFill>
              <a:schemeClr val="dk2"/>
            </a:solidFill>
            <a:prstDash val="solid"/>
            <a:round/>
            <a:headEnd type="none" w="med" len="med"/>
            <a:tailEnd type="none" w="med" len="med"/>
          </a:ln>
        </p:spPr>
      </p:cxnSp>
      <p:sp>
        <p:nvSpPr>
          <p:cNvPr id="256" name="Google Shape;256;p42"/>
          <p:cNvSpPr txBox="1">
            <a:spLocks noGrp="1"/>
          </p:cNvSpPr>
          <p:nvPr>
            <p:ph type="title"/>
          </p:nvPr>
        </p:nvSpPr>
        <p:spPr>
          <a:xfrm>
            <a:off x="3352800" y="285750"/>
            <a:ext cx="5142600" cy="146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OBJECTIVE</a:t>
            </a:r>
            <a:endParaRPr/>
          </a:p>
        </p:txBody>
      </p:sp>
      <p:sp>
        <p:nvSpPr>
          <p:cNvPr id="257" name="Google Shape;257;p42"/>
          <p:cNvSpPr txBox="1">
            <a:spLocks noGrp="1"/>
          </p:cNvSpPr>
          <p:nvPr>
            <p:ph type="subTitle" idx="1"/>
          </p:nvPr>
        </p:nvSpPr>
        <p:spPr>
          <a:xfrm>
            <a:off x="2819400" y="1809750"/>
            <a:ext cx="6160650" cy="2971800"/>
          </a:xfrm>
          <a:prstGeom prst="rect">
            <a:avLst/>
          </a:prstGeom>
        </p:spPr>
        <p:txBody>
          <a:bodyPr spcFirstLastPara="1" wrap="square" lIns="91425" tIns="91425" rIns="91425" bIns="91425" anchor="ctr" anchorCtr="0">
            <a:noAutofit/>
          </a:bodyPr>
          <a:lstStyle/>
          <a:p>
            <a:r>
              <a:rPr lang="en-US" dirty="0" smtClean="0"/>
              <a:t>	Fashion is one of the most dynamic and rapidly evolving industries, with trends changing frequently and consumer preferences becoming increasingly personalized. With the advent of digital platforms, the way people discover, evaluate, and purchase fashion products has shifted significantly from physical stores to online mediums. While e-commerce platforms provide extensive catalogs of products, they often lack personalization and interactivity, leaving users overwhelmed and unsure about what suits their style, body type, or occasion.</a:t>
            </a:r>
            <a:endParaRPr lang="en-US" dirty="0"/>
          </a:p>
        </p:txBody>
      </p:sp>
      <p:sp>
        <p:nvSpPr>
          <p:cNvPr id="258" name="Google Shape;258;p42"/>
          <p:cNvSpPr txBox="1">
            <a:spLocks noGrp="1"/>
          </p:cNvSpPr>
          <p:nvPr>
            <p:ph type="title" idx="2"/>
          </p:nvPr>
        </p:nvSpPr>
        <p:spPr>
          <a:xfrm>
            <a:off x="304800" y="514350"/>
            <a:ext cx="2590800" cy="146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500" dirty="0" smtClean="0"/>
              <a:t>WHY</a:t>
            </a:r>
            <a:br>
              <a:rPr lang="en" sz="5500" dirty="0" smtClean="0"/>
            </a:br>
            <a:r>
              <a:rPr lang="en" sz="5500" dirty="0" smtClean="0"/>
              <a:t>CURIO</a:t>
            </a:r>
            <a:endParaRPr sz="55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61"/>
          <p:cNvSpPr/>
          <p:nvPr/>
        </p:nvSpPr>
        <p:spPr>
          <a:xfrm>
            <a:off x="713225" y="1905375"/>
            <a:ext cx="1853546" cy="2039801"/>
          </a:xfrm>
          <a:custGeom>
            <a:avLst/>
            <a:gdLst/>
            <a:ahLst/>
            <a:cxnLst/>
            <a:rect l="l" t="t" r="r" b="b"/>
            <a:pathLst>
              <a:path w="85152" h="92940" extrusionOk="0">
                <a:moveTo>
                  <a:pt x="1530" y="0"/>
                </a:moveTo>
                <a:lnTo>
                  <a:pt x="85152" y="0"/>
                </a:lnTo>
                <a:lnTo>
                  <a:pt x="85152" y="28554"/>
                </a:lnTo>
                <a:lnTo>
                  <a:pt x="0" y="28554"/>
                </a:lnTo>
                <a:lnTo>
                  <a:pt x="0" y="92800"/>
                </a:lnTo>
                <a:lnTo>
                  <a:pt x="81539" y="92940"/>
                </a:lnTo>
              </a:path>
            </a:pathLst>
          </a:custGeom>
          <a:noFill/>
          <a:ln w="9525" cap="flat" cmpd="sng">
            <a:solidFill>
              <a:schemeClr val="dk2"/>
            </a:solidFill>
            <a:prstDash val="solid"/>
            <a:round/>
            <a:headEnd type="none" w="med" len="med"/>
            <a:tailEnd type="none" w="med" len="med"/>
          </a:ln>
        </p:spPr>
      </p:sp>
      <p:sp>
        <p:nvSpPr>
          <p:cNvPr id="496" name="Google Shape;496;p61"/>
          <p:cNvSpPr txBox="1"/>
          <p:nvPr/>
        </p:nvSpPr>
        <p:spPr>
          <a:xfrm>
            <a:off x="762000" y="3409950"/>
            <a:ext cx="1694100" cy="33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smtClean="0">
                <a:solidFill>
                  <a:srgbClr val="000000"/>
                </a:solidFill>
                <a:latin typeface="Playfair Display SemiBold"/>
                <a:ea typeface="Playfair Display SemiBold"/>
                <a:cs typeface="Playfair Display SemiBold"/>
                <a:sym typeface="Playfair Display SemiBold"/>
              </a:rPr>
              <a:t>VISITOR</a:t>
            </a:r>
            <a:endParaRPr sz="2000">
              <a:solidFill>
                <a:srgbClr val="000000"/>
              </a:solidFill>
              <a:latin typeface="Playfair Display SemiBold"/>
              <a:ea typeface="Playfair Display SemiBold"/>
              <a:cs typeface="Playfair Display SemiBold"/>
              <a:sym typeface="Playfair Display SemiBold"/>
            </a:endParaRPr>
          </a:p>
        </p:txBody>
      </p:sp>
      <p:sp>
        <p:nvSpPr>
          <p:cNvPr id="497" name="Google Shape;497;p61"/>
          <p:cNvSpPr txBox="1"/>
          <p:nvPr/>
        </p:nvSpPr>
        <p:spPr>
          <a:xfrm>
            <a:off x="826875" y="3088625"/>
            <a:ext cx="1694100" cy="71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0000"/>
              </a:solidFill>
              <a:latin typeface="Abel"/>
              <a:ea typeface="Abel"/>
              <a:cs typeface="Abel"/>
              <a:sym typeface="Abel"/>
            </a:endParaRPr>
          </a:p>
        </p:txBody>
      </p:sp>
      <p:sp>
        <p:nvSpPr>
          <p:cNvPr id="498" name="Google Shape;498;p61"/>
          <p:cNvSpPr txBox="1"/>
          <p:nvPr/>
        </p:nvSpPr>
        <p:spPr>
          <a:xfrm>
            <a:off x="713225" y="1905375"/>
            <a:ext cx="1039500" cy="624900"/>
          </a:xfrm>
          <a:prstGeom prst="rect">
            <a:avLst/>
          </a:prstGeom>
          <a:noFill/>
          <a:ln>
            <a:noFill/>
          </a:ln>
        </p:spPr>
        <p:txBody>
          <a:bodyPr spcFirstLastPara="1" wrap="square" lIns="91425" tIns="91425" rIns="91425" bIns="91425" anchor="ctr" anchorCtr="0">
            <a:noAutofit/>
          </a:bodyPr>
          <a:lstStyle/>
          <a:p>
            <a:pPr marL="0" lvl="0" indent="0" algn="l" rtl="0">
              <a:lnSpc>
                <a:spcPct val="85000"/>
              </a:lnSpc>
              <a:spcBef>
                <a:spcPts val="0"/>
              </a:spcBef>
              <a:spcAft>
                <a:spcPts val="0"/>
              </a:spcAft>
              <a:buNone/>
            </a:pPr>
            <a:r>
              <a:rPr lang="en" sz="4800">
                <a:solidFill>
                  <a:schemeClr val="accent2"/>
                </a:solidFill>
                <a:latin typeface="Playfair Display SemiBold"/>
                <a:ea typeface="Playfair Display SemiBold"/>
                <a:cs typeface="Playfair Display SemiBold"/>
                <a:sym typeface="Playfair Display SemiBold"/>
              </a:rPr>
              <a:t>01</a:t>
            </a:r>
            <a:endParaRPr sz="4800">
              <a:solidFill>
                <a:schemeClr val="accent2"/>
              </a:solidFill>
              <a:latin typeface="Playfair Display SemiBold"/>
              <a:ea typeface="Playfair Display SemiBold"/>
              <a:cs typeface="Playfair Display SemiBold"/>
              <a:sym typeface="Playfair Display SemiBold"/>
            </a:endParaRPr>
          </a:p>
        </p:txBody>
      </p:sp>
      <p:sp>
        <p:nvSpPr>
          <p:cNvPr id="499" name="Google Shape;499;p61"/>
          <p:cNvSpPr/>
          <p:nvPr/>
        </p:nvSpPr>
        <p:spPr>
          <a:xfrm>
            <a:off x="3281800" y="1905375"/>
            <a:ext cx="1853546" cy="2039801"/>
          </a:xfrm>
          <a:custGeom>
            <a:avLst/>
            <a:gdLst/>
            <a:ahLst/>
            <a:cxnLst/>
            <a:rect l="l" t="t" r="r" b="b"/>
            <a:pathLst>
              <a:path w="85152" h="92940" extrusionOk="0">
                <a:moveTo>
                  <a:pt x="1530" y="0"/>
                </a:moveTo>
                <a:lnTo>
                  <a:pt x="85152" y="0"/>
                </a:lnTo>
                <a:lnTo>
                  <a:pt x="85152" y="28554"/>
                </a:lnTo>
                <a:lnTo>
                  <a:pt x="0" y="28554"/>
                </a:lnTo>
                <a:lnTo>
                  <a:pt x="0" y="92800"/>
                </a:lnTo>
                <a:lnTo>
                  <a:pt x="81539" y="92940"/>
                </a:lnTo>
              </a:path>
            </a:pathLst>
          </a:custGeom>
          <a:noFill/>
          <a:ln w="9525" cap="flat" cmpd="sng">
            <a:solidFill>
              <a:schemeClr val="dk2"/>
            </a:solidFill>
            <a:prstDash val="solid"/>
            <a:round/>
            <a:headEnd type="none" w="med" len="med"/>
            <a:tailEnd type="none" w="med" len="med"/>
          </a:ln>
        </p:spPr>
      </p:sp>
      <p:sp>
        <p:nvSpPr>
          <p:cNvPr id="500" name="Google Shape;500;p61"/>
          <p:cNvSpPr txBox="1"/>
          <p:nvPr/>
        </p:nvSpPr>
        <p:spPr>
          <a:xfrm>
            <a:off x="3352800" y="3486150"/>
            <a:ext cx="1694100" cy="33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smtClean="0">
                <a:latin typeface="Playfair Display SemiBold"/>
                <a:ea typeface="Playfair Display SemiBold"/>
                <a:cs typeface="Playfair Display SemiBold"/>
                <a:sym typeface="Playfair Display SemiBold"/>
              </a:rPr>
              <a:t>USER</a:t>
            </a:r>
            <a:endParaRPr sz="2000">
              <a:solidFill>
                <a:srgbClr val="000000"/>
              </a:solidFill>
              <a:latin typeface="Playfair Display SemiBold"/>
              <a:ea typeface="Playfair Display SemiBold"/>
              <a:cs typeface="Playfair Display SemiBold"/>
              <a:sym typeface="Playfair Display SemiBold"/>
            </a:endParaRPr>
          </a:p>
        </p:txBody>
      </p:sp>
      <p:sp>
        <p:nvSpPr>
          <p:cNvPr id="501" name="Google Shape;501;p61"/>
          <p:cNvSpPr txBox="1"/>
          <p:nvPr/>
        </p:nvSpPr>
        <p:spPr>
          <a:xfrm>
            <a:off x="3395450" y="3088625"/>
            <a:ext cx="1694100" cy="71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bel"/>
              <a:ea typeface="Abel"/>
              <a:cs typeface="Abel"/>
              <a:sym typeface="Abel"/>
            </a:endParaRPr>
          </a:p>
        </p:txBody>
      </p:sp>
      <p:sp>
        <p:nvSpPr>
          <p:cNvPr id="502" name="Google Shape;502;p61"/>
          <p:cNvSpPr txBox="1"/>
          <p:nvPr/>
        </p:nvSpPr>
        <p:spPr>
          <a:xfrm>
            <a:off x="3281800" y="1905375"/>
            <a:ext cx="1039500" cy="624900"/>
          </a:xfrm>
          <a:prstGeom prst="rect">
            <a:avLst/>
          </a:prstGeom>
          <a:noFill/>
          <a:ln>
            <a:noFill/>
          </a:ln>
        </p:spPr>
        <p:txBody>
          <a:bodyPr spcFirstLastPara="1" wrap="square" lIns="91425" tIns="91425" rIns="91425" bIns="91425" anchor="ctr" anchorCtr="0">
            <a:noAutofit/>
          </a:bodyPr>
          <a:lstStyle/>
          <a:p>
            <a:pPr marL="0" lvl="0" indent="0" algn="l" rtl="0">
              <a:lnSpc>
                <a:spcPct val="85000"/>
              </a:lnSpc>
              <a:spcBef>
                <a:spcPts val="0"/>
              </a:spcBef>
              <a:spcAft>
                <a:spcPts val="0"/>
              </a:spcAft>
              <a:buNone/>
            </a:pPr>
            <a:r>
              <a:rPr lang="en" sz="4800">
                <a:solidFill>
                  <a:schemeClr val="accent2"/>
                </a:solidFill>
                <a:latin typeface="Playfair Display SemiBold"/>
                <a:ea typeface="Playfair Display SemiBold"/>
                <a:cs typeface="Playfair Display SemiBold"/>
                <a:sym typeface="Playfair Display SemiBold"/>
              </a:rPr>
              <a:t>02</a:t>
            </a:r>
            <a:endParaRPr sz="4800">
              <a:solidFill>
                <a:schemeClr val="accent2"/>
              </a:solidFill>
              <a:latin typeface="Playfair Display SemiBold"/>
              <a:ea typeface="Playfair Display SemiBold"/>
              <a:cs typeface="Playfair Display SemiBold"/>
              <a:sym typeface="Playfair Display SemiBold"/>
            </a:endParaRPr>
          </a:p>
        </p:txBody>
      </p:sp>
      <p:sp>
        <p:nvSpPr>
          <p:cNvPr id="503" name="Google Shape;503;p61"/>
          <p:cNvSpPr/>
          <p:nvPr/>
        </p:nvSpPr>
        <p:spPr>
          <a:xfrm>
            <a:off x="5850375" y="1905375"/>
            <a:ext cx="1853546" cy="2039801"/>
          </a:xfrm>
          <a:custGeom>
            <a:avLst/>
            <a:gdLst/>
            <a:ahLst/>
            <a:cxnLst/>
            <a:rect l="l" t="t" r="r" b="b"/>
            <a:pathLst>
              <a:path w="85152" h="92940" extrusionOk="0">
                <a:moveTo>
                  <a:pt x="1530" y="0"/>
                </a:moveTo>
                <a:lnTo>
                  <a:pt x="85152" y="0"/>
                </a:lnTo>
                <a:lnTo>
                  <a:pt x="85152" y="28554"/>
                </a:lnTo>
                <a:lnTo>
                  <a:pt x="0" y="28554"/>
                </a:lnTo>
                <a:lnTo>
                  <a:pt x="0" y="92800"/>
                </a:lnTo>
                <a:lnTo>
                  <a:pt x="81539" y="92940"/>
                </a:lnTo>
              </a:path>
            </a:pathLst>
          </a:custGeom>
          <a:noFill/>
          <a:ln w="9525" cap="flat" cmpd="sng">
            <a:solidFill>
              <a:schemeClr val="dk2"/>
            </a:solidFill>
            <a:prstDash val="solid"/>
            <a:round/>
            <a:headEnd type="none" w="med" len="med"/>
            <a:tailEnd type="none" w="med" len="med"/>
          </a:ln>
        </p:spPr>
      </p:sp>
      <p:sp>
        <p:nvSpPr>
          <p:cNvPr id="504" name="Google Shape;504;p61"/>
          <p:cNvSpPr txBox="1"/>
          <p:nvPr/>
        </p:nvSpPr>
        <p:spPr>
          <a:xfrm>
            <a:off x="5943600" y="3486150"/>
            <a:ext cx="1694100" cy="33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smtClean="0">
                <a:latin typeface="Playfair Display SemiBold"/>
                <a:ea typeface="Playfair Display SemiBold"/>
                <a:cs typeface="Playfair Display SemiBold"/>
                <a:sym typeface="Playfair Display SemiBold"/>
              </a:rPr>
              <a:t>ADMIN</a:t>
            </a:r>
            <a:endParaRPr sz="2000">
              <a:solidFill>
                <a:srgbClr val="000000"/>
              </a:solidFill>
              <a:latin typeface="Playfair Display SemiBold"/>
              <a:ea typeface="Playfair Display SemiBold"/>
              <a:cs typeface="Playfair Display SemiBold"/>
              <a:sym typeface="Playfair Display SemiBold"/>
            </a:endParaRPr>
          </a:p>
        </p:txBody>
      </p:sp>
      <p:sp>
        <p:nvSpPr>
          <p:cNvPr id="505" name="Google Shape;505;p61"/>
          <p:cNvSpPr txBox="1"/>
          <p:nvPr/>
        </p:nvSpPr>
        <p:spPr>
          <a:xfrm>
            <a:off x="5964025" y="3088625"/>
            <a:ext cx="1694100" cy="71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bel"/>
              <a:ea typeface="Abel"/>
              <a:cs typeface="Abel"/>
              <a:sym typeface="Abel"/>
            </a:endParaRPr>
          </a:p>
        </p:txBody>
      </p:sp>
      <p:sp>
        <p:nvSpPr>
          <p:cNvPr id="506" name="Google Shape;506;p61"/>
          <p:cNvSpPr txBox="1"/>
          <p:nvPr/>
        </p:nvSpPr>
        <p:spPr>
          <a:xfrm>
            <a:off x="5850375" y="1905375"/>
            <a:ext cx="1039500" cy="624900"/>
          </a:xfrm>
          <a:prstGeom prst="rect">
            <a:avLst/>
          </a:prstGeom>
          <a:noFill/>
          <a:ln>
            <a:noFill/>
          </a:ln>
        </p:spPr>
        <p:txBody>
          <a:bodyPr spcFirstLastPara="1" wrap="square" lIns="91425" tIns="91425" rIns="91425" bIns="91425" anchor="ctr" anchorCtr="0">
            <a:noAutofit/>
          </a:bodyPr>
          <a:lstStyle/>
          <a:p>
            <a:pPr marL="0" lvl="0" indent="0" algn="l" rtl="0">
              <a:lnSpc>
                <a:spcPct val="85000"/>
              </a:lnSpc>
              <a:spcBef>
                <a:spcPts val="0"/>
              </a:spcBef>
              <a:spcAft>
                <a:spcPts val="0"/>
              </a:spcAft>
              <a:buNone/>
            </a:pPr>
            <a:r>
              <a:rPr lang="en" sz="4800">
                <a:solidFill>
                  <a:schemeClr val="accent2"/>
                </a:solidFill>
                <a:latin typeface="Playfair Display SemiBold"/>
                <a:ea typeface="Playfair Display SemiBold"/>
                <a:cs typeface="Playfair Display SemiBold"/>
                <a:sym typeface="Playfair Display SemiBold"/>
              </a:rPr>
              <a:t>03</a:t>
            </a:r>
            <a:endParaRPr sz="4800">
              <a:solidFill>
                <a:schemeClr val="accent2"/>
              </a:solidFill>
              <a:latin typeface="Playfair Display SemiBold"/>
              <a:ea typeface="Playfair Display SemiBold"/>
              <a:cs typeface="Playfair Display SemiBold"/>
              <a:sym typeface="Playfair Display SemiBold"/>
            </a:endParaRPr>
          </a:p>
        </p:txBody>
      </p:sp>
      <p:sp>
        <p:nvSpPr>
          <p:cNvPr id="507" name="Google Shape;507;p61"/>
          <p:cNvSpPr txBox="1">
            <a:spLocks noGrp="1"/>
          </p:cNvSpPr>
          <p:nvPr>
            <p:ph type="title"/>
          </p:nvPr>
        </p:nvSpPr>
        <p:spPr>
          <a:xfrm>
            <a:off x="713225" y="539500"/>
            <a:ext cx="7717500" cy="543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MODULES</a:t>
            </a: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38"/>
          <p:cNvPicPr preferRelativeResize="0"/>
          <p:nvPr/>
        </p:nvPicPr>
        <p:blipFill rotWithShape="1">
          <a:blip r:embed="rId3">
            <a:alphaModFix/>
          </a:blip>
          <a:srcRect t="3379" b="10190"/>
          <a:stretch/>
        </p:blipFill>
        <p:spPr>
          <a:xfrm>
            <a:off x="4876050" y="2688298"/>
            <a:ext cx="4270251" cy="2455199"/>
          </a:xfrm>
          <a:prstGeom prst="rect">
            <a:avLst/>
          </a:prstGeom>
          <a:noFill/>
          <a:ln>
            <a:noFill/>
          </a:ln>
        </p:spPr>
      </p:pic>
      <p:pic>
        <p:nvPicPr>
          <p:cNvPr id="199" name="Google Shape;199;p38"/>
          <p:cNvPicPr preferRelativeResize="0"/>
          <p:nvPr/>
        </p:nvPicPr>
        <p:blipFill rotWithShape="1">
          <a:blip r:embed="rId4">
            <a:alphaModFix/>
          </a:blip>
          <a:srcRect t="13569"/>
          <a:stretch/>
        </p:blipFill>
        <p:spPr>
          <a:xfrm>
            <a:off x="4876050" y="-13726"/>
            <a:ext cx="4270248" cy="2455201"/>
          </a:xfrm>
          <a:prstGeom prst="rect">
            <a:avLst/>
          </a:prstGeom>
          <a:noFill/>
          <a:ln>
            <a:noFill/>
          </a:ln>
        </p:spPr>
      </p:pic>
      <p:cxnSp>
        <p:nvCxnSpPr>
          <p:cNvPr id="200" name="Google Shape;200;p38"/>
          <p:cNvCxnSpPr/>
          <p:nvPr/>
        </p:nvCxnSpPr>
        <p:spPr>
          <a:xfrm>
            <a:off x="713225" y="1517788"/>
            <a:ext cx="1715700" cy="0"/>
          </a:xfrm>
          <a:prstGeom prst="straightConnector1">
            <a:avLst/>
          </a:prstGeom>
          <a:noFill/>
          <a:ln w="9525" cap="flat" cmpd="sng">
            <a:solidFill>
              <a:schemeClr val="dk2"/>
            </a:solidFill>
            <a:prstDash val="solid"/>
            <a:round/>
            <a:headEnd type="none" w="med" len="med"/>
            <a:tailEnd type="none" w="med" len="med"/>
          </a:ln>
        </p:spPr>
      </p:cxnSp>
      <p:sp>
        <p:nvSpPr>
          <p:cNvPr id="201" name="Google Shape;201;p38"/>
          <p:cNvSpPr txBox="1">
            <a:spLocks noGrp="1"/>
          </p:cNvSpPr>
          <p:nvPr>
            <p:ph type="title"/>
          </p:nvPr>
        </p:nvSpPr>
        <p:spPr>
          <a:xfrm>
            <a:off x="713225" y="539500"/>
            <a:ext cx="3497700" cy="54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VISITOR</a:t>
            </a:r>
            <a:endParaRPr/>
          </a:p>
        </p:txBody>
      </p:sp>
      <p:sp>
        <p:nvSpPr>
          <p:cNvPr id="202" name="Google Shape;202;p38"/>
          <p:cNvSpPr txBox="1">
            <a:spLocks noGrp="1"/>
          </p:cNvSpPr>
          <p:nvPr>
            <p:ph type="subTitle" idx="1"/>
          </p:nvPr>
        </p:nvSpPr>
        <p:spPr>
          <a:xfrm>
            <a:off x="713225" y="2037600"/>
            <a:ext cx="3497700" cy="196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Wingdings" pitchFamily="2" charset="2"/>
              <a:buChar char="Ø"/>
            </a:pPr>
            <a:r>
              <a:rPr lang="en-US" dirty="0" smtClean="0"/>
              <a:t>Has access to the landing page.</a:t>
            </a:r>
          </a:p>
          <a:p>
            <a:pPr marL="0" lvl="0" indent="0" algn="l" rtl="0">
              <a:spcBef>
                <a:spcPts val="0"/>
              </a:spcBef>
              <a:spcAft>
                <a:spcPts val="0"/>
              </a:spcAft>
              <a:buClr>
                <a:schemeClr val="dk2"/>
              </a:buClr>
              <a:buSzPts val="1100"/>
              <a:buFont typeface="Wingdings" pitchFamily="2" charset="2"/>
              <a:buChar char="Ø"/>
            </a:pPr>
            <a:r>
              <a:rPr lang="en-US" dirty="0" smtClean="0"/>
              <a:t>Can come across different sections like style, analysis, recommendation.</a:t>
            </a:r>
          </a:p>
          <a:p>
            <a:pPr marL="0" lvl="0" indent="0" algn="l" rtl="0">
              <a:spcBef>
                <a:spcPts val="0"/>
              </a:spcBef>
              <a:spcAft>
                <a:spcPts val="0"/>
              </a:spcAft>
              <a:buClr>
                <a:schemeClr val="dk2"/>
              </a:buClr>
              <a:buSzPts val="1100"/>
              <a:buFont typeface="Wingdings" pitchFamily="2" charset="2"/>
              <a:buChar char="Ø"/>
            </a:pPr>
            <a:r>
              <a:rPr lang="en-US" dirty="0" smtClean="0"/>
              <a:t>Can navigate to them via both navigation bar and footer.</a:t>
            </a:r>
          </a:p>
          <a:p>
            <a:pPr marL="0" lvl="0" indent="0" algn="l" rtl="0">
              <a:spcBef>
                <a:spcPts val="0"/>
              </a:spcBef>
              <a:spcAft>
                <a:spcPts val="0"/>
              </a:spcAft>
              <a:buClr>
                <a:schemeClr val="dk2"/>
              </a:buClr>
              <a:buSzPts val="1100"/>
              <a:buFont typeface="Wingdings" pitchFamily="2" charset="2"/>
              <a:buChar char="Ø"/>
            </a:pPr>
            <a:r>
              <a:rPr lang="en-US" dirty="0" smtClean="0"/>
              <a:t>Can obtain information from different sections like styles , analysis and recommendation.</a:t>
            </a:r>
          </a:p>
          <a:p>
            <a:pPr marL="0" lvl="0" indent="0" algn="l" rtl="0">
              <a:spcBef>
                <a:spcPts val="0"/>
              </a:spcBef>
              <a:spcAft>
                <a:spcPts val="0"/>
              </a:spcAft>
              <a:buClr>
                <a:schemeClr val="dk2"/>
              </a:buClr>
              <a:buSzPts val="1100"/>
              <a:buFont typeface="Wingdings" pitchFamily="2" charset="2"/>
              <a:buChar char="Ø"/>
            </a:pPr>
            <a:r>
              <a:rPr lang="en-US" dirty="0" smtClean="0"/>
              <a:t>Can send some query to the admin.</a:t>
            </a:r>
          </a:p>
          <a:p>
            <a:pPr marL="0" lvl="0" indent="0" algn="l" rtl="0">
              <a:spcBef>
                <a:spcPts val="0"/>
              </a:spcBef>
              <a:spcAft>
                <a:spcPts val="0"/>
              </a:spcAft>
              <a:buClr>
                <a:schemeClr val="dk2"/>
              </a:buClr>
              <a:buSzPts val="1100"/>
              <a:buFont typeface="Wingdings" pitchFamily="2" charset="2"/>
              <a:buChar char="Ø"/>
            </a:pPr>
            <a:r>
              <a:rPr lang="en-US" dirty="0" smtClean="0"/>
              <a:t>Can register into the system.</a:t>
            </a:r>
          </a:p>
          <a:p>
            <a:pPr marL="0" lvl="0" indent="0" algn="l" rtl="0">
              <a:spcBef>
                <a:spcPts val="0"/>
              </a:spcBef>
              <a:spcAft>
                <a:spcPts val="0"/>
              </a:spcAft>
              <a:buClr>
                <a:schemeClr val="dk2"/>
              </a:buClr>
              <a:buSzPts val="1100"/>
              <a:buFont typeface="Wingdings" pitchFamily="2" charset="2"/>
              <a:buChar char="Ø"/>
            </a:pPr>
            <a:r>
              <a:rPr lang="en-US" dirty="0" smtClean="0"/>
              <a:t>Needs to verify the email.</a:t>
            </a:r>
          </a:p>
          <a:p>
            <a:pPr marL="0" lvl="0" indent="0" algn="l" rtl="0">
              <a:spcBef>
                <a:spcPts val="0"/>
              </a:spcBef>
              <a:spcAft>
                <a:spcPts val="0"/>
              </a:spcAft>
              <a:buClr>
                <a:schemeClr val="dk2"/>
              </a:buClr>
              <a:buSzPts val="1100"/>
              <a:buFont typeface="Wingdings" pitchFamily="2" charset="2"/>
              <a:buChar char="Ø"/>
            </a:pPr>
            <a:r>
              <a:rPr lang="en-US" dirty="0" smtClean="0"/>
              <a:t>Has the facility to login </a:t>
            </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grpSp>
        <p:nvGrpSpPr>
          <p:cNvPr id="2" name="Google Shape;453;p58"/>
          <p:cNvGrpSpPr/>
          <p:nvPr/>
        </p:nvGrpSpPr>
        <p:grpSpPr>
          <a:xfrm>
            <a:off x="878075" y="1543825"/>
            <a:ext cx="7387850" cy="3055600"/>
            <a:chOff x="878075" y="1543825"/>
            <a:chExt cx="7387850" cy="3055600"/>
          </a:xfrm>
        </p:grpSpPr>
        <p:sp>
          <p:nvSpPr>
            <p:cNvPr id="454" name="Google Shape;454;p58"/>
            <p:cNvSpPr/>
            <p:nvPr/>
          </p:nvSpPr>
          <p:spPr>
            <a:xfrm>
              <a:off x="3578326" y="2799675"/>
              <a:ext cx="1596600" cy="54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8"/>
            <p:cNvSpPr/>
            <p:nvPr/>
          </p:nvSpPr>
          <p:spPr>
            <a:xfrm>
              <a:off x="3578326" y="1703125"/>
              <a:ext cx="1596600" cy="54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58"/>
            <p:cNvSpPr/>
            <p:nvPr/>
          </p:nvSpPr>
          <p:spPr>
            <a:xfrm>
              <a:off x="5550025" y="1543825"/>
              <a:ext cx="2715900" cy="86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8"/>
            <p:cNvSpPr/>
            <p:nvPr/>
          </p:nvSpPr>
          <p:spPr>
            <a:xfrm>
              <a:off x="5550025" y="2640375"/>
              <a:ext cx="2715900" cy="86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8"/>
            <p:cNvSpPr/>
            <p:nvPr/>
          </p:nvSpPr>
          <p:spPr>
            <a:xfrm>
              <a:off x="3578326" y="3896225"/>
              <a:ext cx="1596600" cy="54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8"/>
            <p:cNvSpPr/>
            <p:nvPr/>
          </p:nvSpPr>
          <p:spPr>
            <a:xfrm>
              <a:off x="5550025" y="3736925"/>
              <a:ext cx="2715900" cy="86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0" name="Google Shape;460;p58"/>
            <p:cNvCxnSpPr/>
            <p:nvPr/>
          </p:nvCxnSpPr>
          <p:spPr>
            <a:xfrm rot="10800000">
              <a:off x="5180425" y="4168175"/>
              <a:ext cx="369600" cy="0"/>
            </a:xfrm>
            <a:prstGeom prst="straightConnector1">
              <a:avLst/>
            </a:prstGeom>
            <a:noFill/>
            <a:ln w="9525" cap="flat" cmpd="sng">
              <a:solidFill>
                <a:schemeClr val="dk2"/>
              </a:solidFill>
              <a:prstDash val="solid"/>
              <a:round/>
              <a:headEnd type="none" w="med" len="med"/>
              <a:tailEnd type="none" w="med" len="med"/>
            </a:ln>
          </p:spPr>
        </p:cxnSp>
        <p:cxnSp>
          <p:nvCxnSpPr>
            <p:cNvPr id="461" name="Google Shape;461;p58"/>
            <p:cNvCxnSpPr/>
            <p:nvPr/>
          </p:nvCxnSpPr>
          <p:spPr>
            <a:xfrm rot="10800000">
              <a:off x="5180425" y="3071625"/>
              <a:ext cx="369600" cy="0"/>
            </a:xfrm>
            <a:prstGeom prst="straightConnector1">
              <a:avLst/>
            </a:prstGeom>
            <a:noFill/>
            <a:ln w="9525" cap="flat" cmpd="sng">
              <a:solidFill>
                <a:schemeClr val="dk2"/>
              </a:solidFill>
              <a:prstDash val="solid"/>
              <a:round/>
              <a:headEnd type="none" w="med" len="med"/>
              <a:tailEnd type="none" w="med" len="med"/>
            </a:ln>
          </p:spPr>
        </p:cxnSp>
        <p:cxnSp>
          <p:nvCxnSpPr>
            <p:cNvPr id="462" name="Google Shape;462;p58"/>
            <p:cNvCxnSpPr/>
            <p:nvPr/>
          </p:nvCxnSpPr>
          <p:spPr>
            <a:xfrm rot="10800000">
              <a:off x="5180425" y="1975075"/>
              <a:ext cx="369600" cy="0"/>
            </a:xfrm>
            <a:prstGeom prst="straightConnector1">
              <a:avLst/>
            </a:prstGeom>
            <a:noFill/>
            <a:ln w="9525" cap="flat" cmpd="sng">
              <a:solidFill>
                <a:schemeClr val="dk2"/>
              </a:solidFill>
              <a:prstDash val="solid"/>
              <a:round/>
              <a:headEnd type="none" w="med" len="med"/>
              <a:tailEnd type="none" w="med" len="med"/>
            </a:ln>
          </p:spPr>
        </p:cxnSp>
        <p:sp>
          <p:nvSpPr>
            <p:cNvPr id="463" name="Google Shape;463;p58"/>
            <p:cNvSpPr/>
            <p:nvPr/>
          </p:nvSpPr>
          <p:spPr>
            <a:xfrm>
              <a:off x="878075" y="2451375"/>
              <a:ext cx="1464600" cy="1240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4" name="Google Shape;464;p58"/>
            <p:cNvCxnSpPr>
              <a:stCxn id="463" idx="3"/>
              <a:endCxn id="455" idx="1"/>
            </p:cNvCxnSpPr>
            <p:nvPr/>
          </p:nvCxnSpPr>
          <p:spPr>
            <a:xfrm rot="10800000" flipH="1">
              <a:off x="2342675" y="1975125"/>
              <a:ext cx="1235700" cy="1096500"/>
            </a:xfrm>
            <a:prstGeom prst="bentConnector3">
              <a:avLst>
                <a:gd name="adj1" fmla="val 49998"/>
              </a:avLst>
            </a:prstGeom>
            <a:noFill/>
            <a:ln w="9525" cap="flat" cmpd="sng">
              <a:solidFill>
                <a:schemeClr val="dk2"/>
              </a:solidFill>
              <a:prstDash val="solid"/>
              <a:round/>
              <a:headEnd type="none" w="med" len="med"/>
              <a:tailEnd type="none" w="med" len="med"/>
            </a:ln>
          </p:spPr>
        </p:cxnSp>
        <p:cxnSp>
          <p:nvCxnSpPr>
            <p:cNvPr id="465" name="Google Shape;465;p58"/>
            <p:cNvCxnSpPr>
              <a:stCxn id="463" idx="3"/>
              <a:endCxn id="458" idx="1"/>
            </p:cNvCxnSpPr>
            <p:nvPr/>
          </p:nvCxnSpPr>
          <p:spPr>
            <a:xfrm>
              <a:off x="2342675" y="3071625"/>
              <a:ext cx="1235700" cy="1096500"/>
            </a:xfrm>
            <a:prstGeom prst="bentConnector3">
              <a:avLst>
                <a:gd name="adj1" fmla="val 49998"/>
              </a:avLst>
            </a:prstGeom>
            <a:noFill/>
            <a:ln w="9525" cap="flat" cmpd="sng">
              <a:solidFill>
                <a:schemeClr val="dk2"/>
              </a:solidFill>
              <a:prstDash val="solid"/>
              <a:round/>
              <a:headEnd type="none" w="med" len="med"/>
              <a:tailEnd type="none" w="med" len="med"/>
            </a:ln>
          </p:spPr>
        </p:cxnSp>
        <p:cxnSp>
          <p:nvCxnSpPr>
            <p:cNvPr id="466" name="Google Shape;466;p58"/>
            <p:cNvCxnSpPr>
              <a:stCxn id="454" idx="1"/>
            </p:cNvCxnSpPr>
            <p:nvPr/>
          </p:nvCxnSpPr>
          <p:spPr>
            <a:xfrm rot="10800000">
              <a:off x="2957926" y="3071625"/>
              <a:ext cx="620400" cy="0"/>
            </a:xfrm>
            <a:prstGeom prst="straightConnector1">
              <a:avLst/>
            </a:prstGeom>
            <a:noFill/>
            <a:ln w="9525" cap="flat" cmpd="sng">
              <a:solidFill>
                <a:schemeClr val="dk2"/>
              </a:solidFill>
              <a:prstDash val="solid"/>
              <a:round/>
              <a:headEnd type="none" w="med" len="med"/>
              <a:tailEnd type="none" w="med" len="med"/>
            </a:ln>
          </p:spPr>
        </p:cxnSp>
      </p:grpSp>
      <p:sp>
        <p:nvSpPr>
          <p:cNvPr id="467" name="Google Shape;467;p58"/>
          <p:cNvSpPr txBox="1"/>
          <p:nvPr/>
        </p:nvSpPr>
        <p:spPr>
          <a:xfrm>
            <a:off x="3665113" y="1807825"/>
            <a:ext cx="1515300" cy="33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smtClean="0">
                <a:solidFill>
                  <a:srgbClr val="000000"/>
                </a:solidFill>
                <a:latin typeface="Playfair Display SemiBold"/>
                <a:ea typeface="Playfair Display SemiBold"/>
                <a:cs typeface="Playfair Display SemiBold"/>
                <a:sym typeface="Playfair Display SemiBold"/>
              </a:rPr>
              <a:t>ACCESS</a:t>
            </a:r>
            <a:endParaRPr sz="2000">
              <a:solidFill>
                <a:srgbClr val="000000"/>
              </a:solidFill>
              <a:latin typeface="Playfair Display SemiBold"/>
              <a:ea typeface="Playfair Display SemiBold"/>
              <a:cs typeface="Playfair Display SemiBold"/>
              <a:sym typeface="Playfair Display SemiBold"/>
            </a:endParaRPr>
          </a:p>
        </p:txBody>
      </p:sp>
      <p:sp>
        <p:nvSpPr>
          <p:cNvPr id="468" name="Google Shape;468;p58"/>
          <p:cNvSpPr txBox="1"/>
          <p:nvPr/>
        </p:nvSpPr>
        <p:spPr>
          <a:xfrm>
            <a:off x="5729286" y="1734775"/>
            <a:ext cx="2728913" cy="48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latin typeface="Abel"/>
                <a:ea typeface="Abel"/>
                <a:cs typeface="Abel"/>
                <a:sym typeface="Abel"/>
              </a:rPr>
              <a:t>H</a:t>
            </a:r>
            <a:r>
              <a:rPr lang="en-US" dirty="0" smtClean="0">
                <a:latin typeface="Abel"/>
                <a:ea typeface="Abel"/>
                <a:cs typeface="Abel"/>
                <a:sym typeface="Abel"/>
              </a:rPr>
              <a:t>a</a:t>
            </a:r>
            <a:r>
              <a:rPr lang="en" dirty="0" smtClean="0">
                <a:latin typeface="Abel"/>
                <a:ea typeface="Abel"/>
                <a:cs typeface="Abel"/>
                <a:sym typeface="Abel"/>
              </a:rPr>
              <a:t>s all the privilages combiningly together of both admin and user in single system.</a:t>
            </a:r>
            <a:endParaRPr>
              <a:solidFill>
                <a:srgbClr val="000000"/>
              </a:solidFill>
              <a:latin typeface="Abel"/>
              <a:ea typeface="Abel"/>
              <a:cs typeface="Abel"/>
              <a:sym typeface="Abel"/>
            </a:endParaRPr>
          </a:p>
        </p:txBody>
      </p:sp>
      <p:sp>
        <p:nvSpPr>
          <p:cNvPr id="469" name="Google Shape;469;p58"/>
          <p:cNvSpPr txBox="1"/>
          <p:nvPr/>
        </p:nvSpPr>
        <p:spPr>
          <a:xfrm>
            <a:off x="3665113" y="2904375"/>
            <a:ext cx="1515300" cy="33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smtClean="0">
                <a:latin typeface="Playfair Display SemiBold"/>
                <a:ea typeface="Playfair Display SemiBold"/>
                <a:cs typeface="Playfair Display SemiBold"/>
                <a:sym typeface="Playfair Display SemiBold"/>
              </a:rPr>
              <a:t>MANAGE</a:t>
            </a:r>
            <a:endParaRPr sz="2000">
              <a:solidFill>
                <a:srgbClr val="000000"/>
              </a:solidFill>
              <a:latin typeface="Playfair Display SemiBold"/>
              <a:ea typeface="Playfair Display SemiBold"/>
              <a:cs typeface="Playfair Display SemiBold"/>
              <a:sym typeface="Playfair Display SemiBold"/>
            </a:endParaRPr>
          </a:p>
        </p:txBody>
      </p:sp>
      <p:sp>
        <p:nvSpPr>
          <p:cNvPr id="470" name="Google Shape;470;p58"/>
          <p:cNvSpPr txBox="1"/>
          <p:nvPr/>
        </p:nvSpPr>
        <p:spPr>
          <a:xfrm>
            <a:off x="3665113" y="4000925"/>
            <a:ext cx="1515300" cy="33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smtClean="0">
                <a:latin typeface="Playfair Display SemiBold"/>
                <a:ea typeface="Playfair Display SemiBold"/>
                <a:cs typeface="Playfair Display SemiBold"/>
                <a:sym typeface="Playfair Display SemiBold"/>
              </a:rPr>
              <a:t>HANDLE</a:t>
            </a:r>
            <a:endParaRPr sz="2000">
              <a:solidFill>
                <a:srgbClr val="000000"/>
              </a:solidFill>
              <a:latin typeface="Playfair Display SemiBold"/>
              <a:ea typeface="Playfair Display SemiBold"/>
              <a:cs typeface="Playfair Display SemiBold"/>
              <a:sym typeface="Playfair Display SemiBold"/>
            </a:endParaRPr>
          </a:p>
        </p:txBody>
      </p:sp>
      <p:sp>
        <p:nvSpPr>
          <p:cNvPr id="471" name="Google Shape;471;p58"/>
          <p:cNvSpPr txBox="1"/>
          <p:nvPr/>
        </p:nvSpPr>
        <p:spPr>
          <a:xfrm>
            <a:off x="5729287" y="2831325"/>
            <a:ext cx="2357400" cy="48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latin typeface="Abel"/>
                <a:ea typeface="Abel"/>
                <a:cs typeface="Abel"/>
                <a:sym typeface="Abel"/>
              </a:rPr>
              <a:t>Can manage / update / delete / insert new or existing information visible to the user</a:t>
            </a:r>
            <a:endParaRPr>
              <a:latin typeface="Abel"/>
              <a:ea typeface="Abel"/>
              <a:cs typeface="Abel"/>
              <a:sym typeface="Abel"/>
            </a:endParaRPr>
          </a:p>
        </p:txBody>
      </p:sp>
      <p:sp>
        <p:nvSpPr>
          <p:cNvPr id="472" name="Google Shape;472;p58"/>
          <p:cNvSpPr txBox="1"/>
          <p:nvPr/>
        </p:nvSpPr>
        <p:spPr>
          <a:xfrm>
            <a:off x="5729287" y="3927875"/>
            <a:ext cx="2357400" cy="48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latin typeface="Abel"/>
                <a:ea typeface="Abel"/>
                <a:cs typeface="Abel"/>
                <a:sym typeface="Abel"/>
              </a:rPr>
              <a:t>C</a:t>
            </a:r>
            <a:r>
              <a:rPr lang="en-US" dirty="0" smtClean="0">
                <a:latin typeface="Abel"/>
                <a:ea typeface="Abel"/>
                <a:cs typeface="Abel"/>
                <a:sym typeface="Abel"/>
              </a:rPr>
              <a:t>a</a:t>
            </a:r>
            <a:r>
              <a:rPr lang="en" dirty="0" smtClean="0">
                <a:latin typeface="Abel"/>
                <a:ea typeface="Abel"/>
                <a:cs typeface="Abel"/>
                <a:sym typeface="Abel"/>
              </a:rPr>
              <a:t>n generate reports , has dashboard and can edit self information.</a:t>
            </a:r>
            <a:endParaRPr>
              <a:latin typeface="Abel"/>
              <a:ea typeface="Abel"/>
              <a:cs typeface="Abel"/>
              <a:sym typeface="Abel"/>
            </a:endParaRPr>
          </a:p>
        </p:txBody>
      </p:sp>
      <p:sp>
        <p:nvSpPr>
          <p:cNvPr id="473" name="Google Shape;473;p58"/>
          <p:cNvSpPr txBox="1">
            <a:spLocks noGrp="1"/>
          </p:cNvSpPr>
          <p:nvPr>
            <p:ph type="title"/>
          </p:nvPr>
        </p:nvSpPr>
        <p:spPr>
          <a:xfrm>
            <a:off x="713225" y="539500"/>
            <a:ext cx="7717500" cy="54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ADMIN</a:t>
            </a:r>
            <a:endParaRPr/>
          </a:p>
        </p:txBody>
      </p:sp>
      <p:sp>
        <p:nvSpPr>
          <p:cNvPr id="474" name="Google Shape;474;p58"/>
          <p:cNvSpPr txBox="1"/>
          <p:nvPr/>
        </p:nvSpPr>
        <p:spPr>
          <a:xfrm>
            <a:off x="915266" y="3185713"/>
            <a:ext cx="1390200" cy="33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smtClean="0">
                <a:latin typeface="Playfair Display SemiBold"/>
                <a:ea typeface="Playfair Display SemiBold"/>
                <a:cs typeface="Playfair Display SemiBold"/>
                <a:sym typeface="Playfair Display SemiBold"/>
              </a:rPr>
              <a:t>Privilages</a:t>
            </a:r>
            <a:endParaRPr sz="2000">
              <a:solidFill>
                <a:srgbClr val="000000"/>
              </a:solidFill>
              <a:latin typeface="Playfair Display SemiBold"/>
              <a:ea typeface="Playfair Display SemiBold"/>
              <a:cs typeface="Playfair Display SemiBold"/>
              <a:sym typeface="Playfair Display SemiBold"/>
            </a:endParaRPr>
          </a:p>
        </p:txBody>
      </p:sp>
      <p:grpSp>
        <p:nvGrpSpPr>
          <p:cNvPr id="3" name="Google Shape;475;p58"/>
          <p:cNvGrpSpPr/>
          <p:nvPr/>
        </p:nvGrpSpPr>
        <p:grpSpPr>
          <a:xfrm>
            <a:off x="1244646" y="2623032"/>
            <a:ext cx="731455" cy="460116"/>
            <a:chOff x="1064925" y="2750975"/>
            <a:chExt cx="2634925" cy="1673150"/>
          </a:xfrm>
        </p:grpSpPr>
        <p:sp>
          <p:nvSpPr>
            <p:cNvPr id="476" name="Google Shape;476;p58"/>
            <p:cNvSpPr/>
            <p:nvPr/>
          </p:nvSpPr>
          <p:spPr>
            <a:xfrm>
              <a:off x="2073850" y="2750975"/>
              <a:ext cx="617075" cy="729275"/>
            </a:xfrm>
            <a:custGeom>
              <a:avLst/>
              <a:gdLst/>
              <a:ahLst/>
              <a:cxnLst/>
              <a:rect l="l" t="t" r="r" b="b"/>
              <a:pathLst>
                <a:path w="24683" h="29171" extrusionOk="0">
                  <a:moveTo>
                    <a:pt x="12325" y="0"/>
                  </a:moveTo>
                  <a:cubicBezTo>
                    <a:pt x="5529" y="0"/>
                    <a:pt x="0" y="5529"/>
                    <a:pt x="0" y="12325"/>
                  </a:cubicBezTo>
                  <a:cubicBezTo>
                    <a:pt x="0" y="18081"/>
                    <a:pt x="3935" y="22927"/>
                    <a:pt x="9236" y="24293"/>
                  </a:cubicBezTo>
                  <a:lnTo>
                    <a:pt x="9236" y="29170"/>
                  </a:lnTo>
                  <a:cubicBezTo>
                    <a:pt x="10277" y="29138"/>
                    <a:pt x="11317" y="29138"/>
                    <a:pt x="12325" y="29138"/>
                  </a:cubicBezTo>
                  <a:cubicBezTo>
                    <a:pt x="13366" y="29138"/>
                    <a:pt x="14407" y="29138"/>
                    <a:pt x="15415" y="29170"/>
                  </a:cubicBezTo>
                  <a:lnTo>
                    <a:pt x="15415" y="18504"/>
                  </a:lnTo>
                  <a:lnTo>
                    <a:pt x="12325" y="18504"/>
                  </a:lnTo>
                  <a:cubicBezTo>
                    <a:pt x="8943" y="18504"/>
                    <a:pt x="6147" y="15740"/>
                    <a:pt x="6147" y="12325"/>
                  </a:cubicBezTo>
                  <a:cubicBezTo>
                    <a:pt x="6147" y="8943"/>
                    <a:pt x="8943" y="6179"/>
                    <a:pt x="12325" y="6179"/>
                  </a:cubicBezTo>
                  <a:cubicBezTo>
                    <a:pt x="15740" y="6179"/>
                    <a:pt x="18504" y="8943"/>
                    <a:pt x="18504" y="12325"/>
                  </a:cubicBezTo>
                  <a:lnTo>
                    <a:pt x="24683" y="12325"/>
                  </a:lnTo>
                  <a:cubicBezTo>
                    <a:pt x="24683" y="5529"/>
                    <a:pt x="19154" y="0"/>
                    <a:pt x="123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58"/>
            <p:cNvSpPr/>
            <p:nvPr/>
          </p:nvSpPr>
          <p:spPr>
            <a:xfrm>
              <a:off x="1064925" y="3633875"/>
              <a:ext cx="2634925" cy="790250"/>
            </a:xfrm>
            <a:custGeom>
              <a:avLst/>
              <a:gdLst/>
              <a:ahLst/>
              <a:cxnLst/>
              <a:rect l="l" t="t" r="r" b="b"/>
              <a:pathLst>
                <a:path w="105397" h="31610" extrusionOk="0">
                  <a:moveTo>
                    <a:pt x="52682" y="1"/>
                  </a:moveTo>
                  <a:cubicBezTo>
                    <a:pt x="32780" y="1"/>
                    <a:pt x="14472" y="3643"/>
                    <a:pt x="0" y="9724"/>
                  </a:cubicBezTo>
                  <a:lnTo>
                    <a:pt x="0" y="24195"/>
                  </a:lnTo>
                  <a:cubicBezTo>
                    <a:pt x="1952" y="23187"/>
                    <a:pt x="4033" y="22244"/>
                    <a:pt x="6179" y="21399"/>
                  </a:cubicBezTo>
                  <a:lnTo>
                    <a:pt x="6179" y="31610"/>
                  </a:lnTo>
                  <a:lnTo>
                    <a:pt x="12358" y="31610"/>
                  </a:lnTo>
                  <a:lnTo>
                    <a:pt x="12358" y="19122"/>
                  </a:lnTo>
                  <a:cubicBezTo>
                    <a:pt x="24293" y="15252"/>
                    <a:pt x="38341" y="13106"/>
                    <a:pt x="52682" y="13106"/>
                  </a:cubicBezTo>
                  <a:cubicBezTo>
                    <a:pt x="67056" y="13106"/>
                    <a:pt x="81104" y="15252"/>
                    <a:pt x="93039" y="19122"/>
                  </a:cubicBezTo>
                  <a:lnTo>
                    <a:pt x="93039" y="31610"/>
                  </a:lnTo>
                  <a:lnTo>
                    <a:pt x="99218" y="31610"/>
                  </a:lnTo>
                  <a:lnTo>
                    <a:pt x="99218" y="21399"/>
                  </a:lnTo>
                  <a:cubicBezTo>
                    <a:pt x="101364" y="22244"/>
                    <a:pt x="103413" y="23187"/>
                    <a:pt x="105397" y="24195"/>
                  </a:cubicBezTo>
                  <a:lnTo>
                    <a:pt x="105397" y="9724"/>
                  </a:lnTo>
                  <a:lnTo>
                    <a:pt x="105364" y="9724"/>
                  </a:lnTo>
                  <a:cubicBezTo>
                    <a:pt x="90925" y="3643"/>
                    <a:pt x="72617" y="1"/>
                    <a:pt x="526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cxnSp>
        <p:nvCxnSpPr>
          <p:cNvPr id="350" name="Google Shape;350;p51"/>
          <p:cNvCxnSpPr/>
          <p:nvPr/>
        </p:nvCxnSpPr>
        <p:spPr>
          <a:xfrm>
            <a:off x="3886200" y="1733550"/>
            <a:ext cx="2654700" cy="0"/>
          </a:xfrm>
          <a:prstGeom prst="straightConnector1">
            <a:avLst/>
          </a:prstGeom>
          <a:noFill/>
          <a:ln w="9525" cap="flat" cmpd="sng">
            <a:solidFill>
              <a:schemeClr val="dk2"/>
            </a:solidFill>
            <a:prstDash val="solid"/>
            <a:round/>
            <a:headEnd type="none" w="med" len="med"/>
            <a:tailEnd type="none" w="med" len="med"/>
          </a:ln>
        </p:spPr>
      </p:cxnSp>
      <p:pic>
        <p:nvPicPr>
          <p:cNvPr id="351" name="Google Shape;351;p51"/>
          <p:cNvPicPr preferRelativeResize="0"/>
          <p:nvPr/>
        </p:nvPicPr>
        <p:blipFill rotWithShape="1">
          <a:blip r:embed="rId3">
            <a:alphaModFix/>
          </a:blip>
          <a:srcRect l="5020" r="5011"/>
          <a:stretch/>
        </p:blipFill>
        <p:spPr>
          <a:xfrm flipH="1">
            <a:off x="0" y="0"/>
            <a:ext cx="3084901" cy="5143497"/>
          </a:xfrm>
          <a:prstGeom prst="rect">
            <a:avLst/>
          </a:prstGeom>
          <a:noFill/>
          <a:ln>
            <a:noFill/>
          </a:ln>
        </p:spPr>
      </p:pic>
      <p:sp>
        <p:nvSpPr>
          <p:cNvPr id="352" name="Google Shape;352;p51"/>
          <p:cNvSpPr txBox="1">
            <a:spLocks noGrp="1"/>
          </p:cNvSpPr>
          <p:nvPr>
            <p:ph type="title"/>
          </p:nvPr>
        </p:nvSpPr>
        <p:spPr>
          <a:xfrm>
            <a:off x="3733800" y="285750"/>
            <a:ext cx="4656600" cy="1461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smtClean="0"/>
              <a:t>USER</a:t>
            </a:r>
            <a:endParaRPr/>
          </a:p>
        </p:txBody>
      </p:sp>
      <p:sp>
        <p:nvSpPr>
          <p:cNvPr id="353" name="Google Shape;353;p51"/>
          <p:cNvSpPr txBox="1">
            <a:spLocks noGrp="1"/>
          </p:cNvSpPr>
          <p:nvPr>
            <p:ph type="subTitle" idx="1"/>
          </p:nvPr>
        </p:nvSpPr>
        <p:spPr>
          <a:xfrm>
            <a:off x="3733800" y="1962150"/>
            <a:ext cx="4656600" cy="289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Font typeface="Wingdings" pitchFamily="2" charset="2"/>
              <a:buChar char="Ø"/>
            </a:pPr>
            <a:r>
              <a:rPr lang="en-US" dirty="0" smtClean="0"/>
              <a:t>User can enter into the system using login credentials.</a:t>
            </a:r>
          </a:p>
          <a:p>
            <a:pPr marL="0" lvl="0" indent="0" algn="l" rtl="0">
              <a:spcBef>
                <a:spcPts val="0"/>
              </a:spcBef>
              <a:spcAft>
                <a:spcPts val="0"/>
              </a:spcAft>
              <a:buFont typeface="Wingdings" pitchFamily="2" charset="2"/>
              <a:buChar char="Ø"/>
            </a:pPr>
            <a:r>
              <a:rPr lang="en-US" dirty="0" smtClean="0"/>
              <a:t>Has all the functionalities of the visitor in addition to logout if wished.</a:t>
            </a:r>
          </a:p>
          <a:p>
            <a:pPr marL="0" lvl="0" indent="0" algn="l" rtl="0">
              <a:spcBef>
                <a:spcPts val="0"/>
              </a:spcBef>
              <a:spcAft>
                <a:spcPts val="0"/>
              </a:spcAft>
              <a:buFont typeface="Wingdings" pitchFamily="2" charset="2"/>
              <a:buChar char="Ø"/>
            </a:pPr>
            <a:r>
              <a:rPr lang="en-US" dirty="0" smtClean="0"/>
              <a:t>Can update their own profile including password.</a:t>
            </a:r>
          </a:p>
          <a:p>
            <a:pPr marL="0" lvl="0" indent="0" algn="l" rtl="0">
              <a:spcBef>
                <a:spcPts val="0"/>
              </a:spcBef>
              <a:spcAft>
                <a:spcPts val="0"/>
              </a:spcAft>
              <a:buFont typeface="Wingdings" pitchFamily="2" charset="2"/>
              <a:buChar char="Ø"/>
            </a:pPr>
            <a:r>
              <a:rPr lang="en-US" dirty="0" smtClean="0"/>
              <a:t>Can calculate for themselves like face shape, body type and height &amp; build by giving the demanded input.</a:t>
            </a:r>
          </a:p>
          <a:p>
            <a:pPr marL="0" lvl="0" indent="0" algn="l" rtl="0">
              <a:spcBef>
                <a:spcPts val="0"/>
              </a:spcBef>
              <a:spcAft>
                <a:spcPts val="0"/>
              </a:spcAft>
              <a:buFont typeface="Wingdings" pitchFamily="2" charset="2"/>
              <a:buChar char="Ø"/>
            </a:pPr>
            <a:r>
              <a:rPr lang="en-US" dirty="0" smtClean="0"/>
              <a:t>Has a profile page to view self data.</a:t>
            </a: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title"/>
          </p:nvPr>
        </p:nvSpPr>
        <p:spPr>
          <a:xfrm>
            <a:off x="2282100" y="1200150"/>
            <a:ext cx="6861900" cy="248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DFD</a:t>
            </a:r>
            <a:br>
              <a:rPr lang="en" dirty="0" smtClean="0"/>
            </a:br>
            <a:r>
              <a:rPr lang="en" dirty="0" smtClean="0">
                <a:solidFill>
                  <a:schemeClr val="dk1"/>
                </a:solidFill>
              </a:rPr>
              <a:t>Data Flow Diagram</a:t>
            </a:r>
            <a:endParaRPr>
              <a:solidFill>
                <a:schemeClr val="dk1"/>
              </a:solidFill>
            </a:endParaRPr>
          </a:p>
        </p:txBody>
      </p:sp>
      <p:pic>
        <p:nvPicPr>
          <p:cNvPr id="489" name="Google Shape;489;p60"/>
          <p:cNvPicPr preferRelativeResize="0"/>
          <p:nvPr/>
        </p:nvPicPr>
        <p:blipFill>
          <a:blip r:embed="rId3">
            <a:alphaModFix/>
          </a:blip>
          <a:stretch>
            <a:fillRect/>
          </a:stretch>
        </p:blipFill>
        <p:spPr>
          <a:xfrm>
            <a:off x="598500" y="280425"/>
            <a:ext cx="2560050" cy="5825500"/>
          </a:xfrm>
          <a:prstGeom prst="rect">
            <a:avLst/>
          </a:prstGeom>
          <a:noFill/>
          <a:ln>
            <a:noFill/>
          </a:ln>
        </p:spPr>
      </p:pic>
      <p:cxnSp>
        <p:nvCxnSpPr>
          <p:cNvPr id="490" name="Google Shape;490;p60"/>
          <p:cNvCxnSpPr/>
          <p:nvPr/>
        </p:nvCxnSpPr>
        <p:spPr>
          <a:xfrm>
            <a:off x="2702300" y="4523225"/>
            <a:ext cx="5832100" cy="29725"/>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71800" y="1123950"/>
            <a:ext cx="3005951" cy="2585323"/>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cap="none" spc="50" dirty="0" smtClean="0">
                <a:ln w="11430"/>
                <a:solidFill>
                  <a:schemeClr val="tx1"/>
                </a:solidFill>
                <a:effectLst>
                  <a:outerShdw blurRad="76200" dist="50800" dir="5400000" algn="tl" rotWithShape="0">
                    <a:srgbClr val="000000">
                      <a:alpha val="65000"/>
                    </a:srgbClr>
                  </a:outerShdw>
                </a:effectLst>
              </a:rPr>
              <a:t>Context </a:t>
            </a:r>
          </a:p>
          <a:p>
            <a:pPr algn="ctr"/>
            <a:r>
              <a:rPr lang="en-US" sz="5400" b="1" cap="none" spc="50" dirty="0" smtClean="0">
                <a:ln w="11430"/>
                <a:solidFill>
                  <a:schemeClr val="tx1"/>
                </a:solidFill>
                <a:effectLst>
                  <a:outerShdw blurRad="76200" dist="50800" dir="5400000" algn="tl" rotWithShape="0">
                    <a:srgbClr val="000000">
                      <a:alpha val="65000"/>
                    </a:srgbClr>
                  </a:outerShdw>
                </a:effectLst>
              </a:rPr>
              <a:t>Level </a:t>
            </a:r>
          </a:p>
          <a:p>
            <a:pPr algn="ctr"/>
            <a:r>
              <a:rPr lang="en-US" sz="5400" b="1" cap="none" spc="50" dirty="0" smtClean="0">
                <a:ln w="11430"/>
                <a:solidFill>
                  <a:schemeClr val="tx1"/>
                </a:solidFill>
                <a:effectLst>
                  <a:outerShdw blurRad="76200" dist="50800" dir="5400000" algn="tl" rotWithShape="0">
                    <a:srgbClr val="000000">
                      <a:alpha val="65000"/>
                    </a:srgbClr>
                  </a:outerShdw>
                </a:effectLst>
              </a:rPr>
              <a:t>Diagram</a:t>
            </a:r>
            <a:endParaRPr lang="en-US" sz="5400" b="1" cap="none" spc="50" dirty="0">
              <a:ln w="11430"/>
              <a:solidFill>
                <a:schemeClr val="tx1"/>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37" descr="0lvl.drawio.png"/>
          <p:cNvPicPr>
            <a:picLocks noChangeAspect="1" noChangeArrowheads="1"/>
          </p:cNvPicPr>
          <p:nvPr/>
        </p:nvPicPr>
        <p:blipFill>
          <a:blip r:embed="rId2"/>
          <a:srcRect/>
          <a:stretch>
            <a:fillRect/>
          </a:stretch>
        </p:blipFill>
        <p:spPr bwMode="auto">
          <a:xfrm>
            <a:off x="1447800" y="1352550"/>
            <a:ext cx="6629400" cy="236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71800" y="1123950"/>
            <a:ext cx="3005951" cy="2585323"/>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spc="50" dirty="0" smtClean="0">
                <a:ln w="11430"/>
                <a:solidFill>
                  <a:schemeClr val="tx1"/>
                </a:solidFill>
                <a:effectLst>
                  <a:outerShdw blurRad="76200" dist="50800" dir="5400000" algn="tl" rotWithShape="0">
                    <a:srgbClr val="000000">
                      <a:alpha val="65000"/>
                    </a:srgbClr>
                  </a:outerShdw>
                </a:effectLst>
              </a:rPr>
              <a:t>1</a:t>
            </a:r>
            <a:r>
              <a:rPr lang="en-US" sz="5400" b="1" cap="none" spc="50" dirty="0" smtClean="0">
                <a:ln w="11430"/>
                <a:solidFill>
                  <a:schemeClr val="tx1"/>
                </a:solidFill>
                <a:effectLst>
                  <a:outerShdw blurRad="76200" dist="50800" dir="5400000" algn="tl" rotWithShape="0">
                    <a:srgbClr val="000000">
                      <a:alpha val="65000"/>
                    </a:srgbClr>
                  </a:outerShdw>
                </a:effectLst>
              </a:rPr>
              <a:t>st</a:t>
            </a:r>
          </a:p>
          <a:p>
            <a:pPr algn="ctr"/>
            <a:r>
              <a:rPr lang="en-US" sz="5400" b="1" cap="none" spc="50" dirty="0" smtClean="0">
                <a:ln w="11430"/>
                <a:solidFill>
                  <a:schemeClr val="tx1"/>
                </a:solidFill>
                <a:effectLst>
                  <a:outerShdw blurRad="76200" dist="50800" dir="5400000" algn="tl" rotWithShape="0">
                    <a:srgbClr val="000000">
                      <a:alpha val="65000"/>
                    </a:srgbClr>
                  </a:outerShdw>
                </a:effectLst>
              </a:rPr>
              <a:t>Level </a:t>
            </a:r>
          </a:p>
          <a:p>
            <a:pPr algn="ctr"/>
            <a:r>
              <a:rPr lang="en-US" sz="5400" b="1" cap="none" spc="50" dirty="0" smtClean="0">
                <a:ln w="11430"/>
                <a:solidFill>
                  <a:schemeClr val="tx1"/>
                </a:solidFill>
                <a:effectLst>
                  <a:outerShdw blurRad="76200" dist="50800" dir="5400000" algn="tl" rotWithShape="0">
                    <a:srgbClr val="000000">
                      <a:alpha val="65000"/>
                    </a:srgbClr>
                  </a:outerShdw>
                </a:effectLst>
              </a:rPr>
              <a:t>Diagram</a:t>
            </a:r>
            <a:endParaRPr lang="en-US" sz="5400" b="1" cap="none" spc="50" dirty="0">
              <a:ln w="11430"/>
              <a:solidFill>
                <a:schemeClr val="tx1"/>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36" descr="dfd-lvl1.drawio.png"/>
          <p:cNvPicPr>
            <a:picLocks noChangeAspect="1" noChangeArrowheads="1"/>
          </p:cNvPicPr>
          <p:nvPr/>
        </p:nvPicPr>
        <p:blipFill>
          <a:blip r:embed="rId2"/>
          <a:srcRect/>
          <a:stretch>
            <a:fillRect/>
          </a:stretch>
        </p:blipFill>
        <p:spPr bwMode="auto">
          <a:xfrm>
            <a:off x="914400" y="438150"/>
            <a:ext cx="7467600" cy="419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71800" y="1123950"/>
            <a:ext cx="3005951" cy="2585323"/>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cap="none" spc="50" dirty="0" smtClean="0">
                <a:ln w="11430"/>
                <a:solidFill>
                  <a:schemeClr val="tx1"/>
                </a:solidFill>
                <a:effectLst>
                  <a:outerShdw blurRad="76200" dist="50800" dir="5400000" algn="tl" rotWithShape="0">
                    <a:srgbClr val="000000">
                      <a:alpha val="65000"/>
                    </a:srgbClr>
                  </a:outerShdw>
                </a:effectLst>
              </a:rPr>
              <a:t>2nd</a:t>
            </a:r>
          </a:p>
          <a:p>
            <a:pPr algn="ctr"/>
            <a:r>
              <a:rPr lang="en-US" sz="5400" b="1" cap="none" spc="50" dirty="0" smtClean="0">
                <a:ln w="11430"/>
                <a:solidFill>
                  <a:schemeClr val="tx1"/>
                </a:solidFill>
                <a:effectLst>
                  <a:outerShdw blurRad="76200" dist="50800" dir="5400000" algn="tl" rotWithShape="0">
                    <a:srgbClr val="000000">
                      <a:alpha val="65000"/>
                    </a:srgbClr>
                  </a:outerShdw>
                </a:effectLst>
              </a:rPr>
              <a:t>Level </a:t>
            </a:r>
          </a:p>
          <a:p>
            <a:pPr algn="ctr"/>
            <a:r>
              <a:rPr lang="en-US" sz="5400" b="1" cap="none" spc="50" dirty="0" smtClean="0">
                <a:ln w="11430"/>
                <a:solidFill>
                  <a:schemeClr val="tx1"/>
                </a:solidFill>
                <a:effectLst>
                  <a:outerShdw blurRad="76200" dist="50800" dir="5400000" algn="tl" rotWithShape="0">
                    <a:srgbClr val="000000">
                      <a:alpha val="65000"/>
                    </a:srgbClr>
                  </a:outerShdw>
                </a:effectLst>
              </a:rPr>
              <a:t>Diagram</a:t>
            </a:r>
            <a:endParaRPr lang="en-US" sz="5400" b="1" cap="none" spc="50" dirty="0">
              <a:ln w="11430"/>
              <a:solidFill>
                <a:schemeClr val="tx1"/>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46" descr="2lvl-1.2 lvl.drawio.png"/>
          <p:cNvPicPr>
            <a:picLocks noChangeAspect="1" noChangeArrowheads="1"/>
          </p:cNvPicPr>
          <p:nvPr/>
        </p:nvPicPr>
        <p:blipFill>
          <a:blip r:embed="rId2"/>
          <a:srcRect/>
          <a:stretch>
            <a:fillRect/>
          </a:stretch>
        </p:blipFill>
        <p:spPr bwMode="auto">
          <a:xfrm>
            <a:off x="1524000" y="1200150"/>
            <a:ext cx="6114103" cy="220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38" descr="1lvl-1.6.drawio.png"/>
          <p:cNvPicPr>
            <a:picLocks noChangeAspect="1" noChangeArrowheads="1"/>
          </p:cNvPicPr>
          <p:nvPr/>
        </p:nvPicPr>
        <p:blipFill>
          <a:blip r:embed="rId2"/>
          <a:srcRect/>
          <a:stretch>
            <a:fillRect/>
          </a:stretch>
        </p:blipFill>
        <p:spPr bwMode="auto">
          <a:xfrm>
            <a:off x="1295400" y="895350"/>
            <a:ext cx="6421567" cy="3276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35" descr="1lvl-1.7.drawio.png"/>
          <p:cNvPicPr>
            <a:picLocks noChangeAspect="1" noChangeArrowheads="1"/>
          </p:cNvPicPr>
          <p:nvPr/>
        </p:nvPicPr>
        <p:blipFill>
          <a:blip r:embed="rId2"/>
          <a:srcRect/>
          <a:stretch>
            <a:fillRect/>
          </a:stretch>
        </p:blipFill>
        <p:spPr bwMode="auto">
          <a:xfrm>
            <a:off x="1371600" y="971550"/>
            <a:ext cx="5719762" cy="2924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title"/>
          </p:nvPr>
        </p:nvSpPr>
        <p:spPr>
          <a:xfrm>
            <a:off x="2282100" y="1200150"/>
            <a:ext cx="6861900" cy="248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mtClean="0"/>
              <a:t>ERD</a:t>
            </a:r>
            <a:br>
              <a:rPr lang="en" smtClean="0"/>
            </a:br>
            <a:r>
              <a:rPr lang="en" smtClean="0">
                <a:solidFill>
                  <a:schemeClr val="dk1"/>
                </a:solidFill>
              </a:rPr>
              <a:t>Diagram</a:t>
            </a:r>
            <a:endParaRPr>
              <a:solidFill>
                <a:schemeClr val="dk1"/>
              </a:solidFill>
            </a:endParaRPr>
          </a:p>
        </p:txBody>
      </p:sp>
      <p:pic>
        <p:nvPicPr>
          <p:cNvPr id="489" name="Google Shape;489;p60"/>
          <p:cNvPicPr preferRelativeResize="0"/>
          <p:nvPr/>
        </p:nvPicPr>
        <p:blipFill>
          <a:blip r:embed="rId3">
            <a:alphaModFix/>
          </a:blip>
          <a:stretch>
            <a:fillRect/>
          </a:stretch>
        </p:blipFill>
        <p:spPr>
          <a:xfrm>
            <a:off x="598500" y="280425"/>
            <a:ext cx="2560050" cy="5825500"/>
          </a:xfrm>
          <a:prstGeom prst="rect">
            <a:avLst/>
          </a:prstGeom>
          <a:noFill/>
          <a:ln>
            <a:noFill/>
          </a:ln>
        </p:spPr>
      </p:pic>
      <p:cxnSp>
        <p:nvCxnSpPr>
          <p:cNvPr id="490" name="Google Shape;490;p60"/>
          <p:cNvCxnSpPr/>
          <p:nvPr/>
        </p:nvCxnSpPr>
        <p:spPr>
          <a:xfrm>
            <a:off x="2702300" y="4523225"/>
            <a:ext cx="5832100" cy="29725"/>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34" descr="erd-curio-giagram.drawio.png"/>
          <p:cNvPicPr>
            <a:picLocks noChangeAspect="1" noChangeArrowheads="1"/>
          </p:cNvPicPr>
          <p:nvPr/>
        </p:nvPicPr>
        <p:blipFill>
          <a:blip r:embed="rId2"/>
          <a:srcRect/>
          <a:stretch>
            <a:fillRect/>
          </a:stretch>
        </p:blipFill>
        <p:spPr bwMode="auto">
          <a:xfrm>
            <a:off x="685800" y="133350"/>
            <a:ext cx="7848599" cy="48053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grpSp>
        <p:nvGrpSpPr>
          <p:cNvPr id="2" name="Google Shape;412;p55"/>
          <p:cNvGrpSpPr/>
          <p:nvPr/>
        </p:nvGrpSpPr>
        <p:grpSpPr>
          <a:xfrm>
            <a:off x="5047275" y="1140887"/>
            <a:ext cx="3443207" cy="2838207"/>
            <a:chOff x="5047275" y="1140887"/>
            <a:chExt cx="3443207" cy="2838207"/>
          </a:xfrm>
        </p:grpSpPr>
        <p:sp>
          <p:nvSpPr>
            <p:cNvPr id="414" name="Google Shape;414;p55"/>
            <p:cNvSpPr/>
            <p:nvPr/>
          </p:nvSpPr>
          <p:spPr>
            <a:xfrm>
              <a:off x="6405197" y="3412255"/>
              <a:ext cx="727316" cy="282697"/>
            </a:xfrm>
            <a:custGeom>
              <a:avLst/>
              <a:gdLst/>
              <a:ahLst/>
              <a:cxnLst/>
              <a:rect l="l" t="t" r="r" b="b"/>
              <a:pathLst>
                <a:path w="16651" h="6472" fill="none" extrusionOk="0">
                  <a:moveTo>
                    <a:pt x="1" y="0"/>
                  </a:moveTo>
                  <a:lnTo>
                    <a:pt x="16651" y="0"/>
                  </a:lnTo>
                  <a:lnTo>
                    <a:pt x="16651" y="6472"/>
                  </a:lnTo>
                  <a:lnTo>
                    <a:pt x="1" y="6472"/>
                  </a:lnTo>
                  <a:close/>
                </a:path>
              </a:pathLst>
            </a:custGeom>
            <a:noFill/>
            <a:ln w="10575" cap="flat" cmpd="sng">
              <a:solidFill>
                <a:schemeClr val="dk2"/>
              </a:solidFill>
              <a:prstDash val="solid"/>
              <a:miter lim="3251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5"/>
            <p:cNvSpPr/>
            <p:nvPr/>
          </p:nvSpPr>
          <p:spPr>
            <a:xfrm>
              <a:off x="6007491" y="3694956"/>
              <a:ext cx="1524170" cy="284138"/>
            </a:xfrm>
            <a:custGeom>
              <a:avLst/>
              <a:gdLst/>
              <a:ahLst/>
              <a:cxnLst/>
              <a:rect l="l" t="t" r="r" b="b"/>
              <a:pathLst>
                <a:path w="34894" h="6505" fill="none" extrusionOk="0">
                  <a:moveTo>
                    <a:pt x="34894" y="6505"/>
                  </a:moveTo>
                  <a:lnTo>
                    <a:pt x="0" y="6505"/>
                  </a:lnTo>
                  <a:lnTo>
                    <a:pt x="0" y="5139"/>
                  </a:lnTo>
                  <a:cubicBezTo>
                    <a:pt x="0" y="2310"/>
                    <a:pt x="2309" y="1"/>
                    <a:pt x="5138" y="1"/>
                  </a:cubicBezTo>
                  <a:lnTo>
                    <a:pt x="29723" y="1"/>
                  </a:lnTo>
                  <a:cubicBezTo>
                    <a:pt x="32585" y="1"/>
                    <a:pt x="34861" y="2310"/>
                    <a:pt x="34861" y="5139"/>
                  </a:cubicBezTo>
                  <a:lnTo>
                    <a:pt x="34861" y="6505"/>
                  </a:lnTo>
                  <a:close/>
                </a:path>
              </a:pathLst>
            </a:custGeom>
            <a:noFill/>
            <a:ln w="10575" cap="flat" cmpd="sng">
              <a:solidFill>
                <a:schemeClr val="dk2"/>
              </a:solidFill>
              <a:prstDash val="solid"/>
              <a:miter lim="3251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5"/>
            <p:cNvSpPr/>
            <p:nvPr/>
          </p:nvSpPr>
          <p:spPr>
            <a:xfrm>
              <a:off x="5047275" y="1140887"/>
              <a:ext cx="3443207" cy="2271360"/>
            </a:xfrm>
            <a:custGeom>
              <a:avLst/>
              <a:gdLst/>
              <a:ahLst/>
              <a:cxnLst/>
              <a:rect l="l" t="t" r="r" b="b"/>
              <a:pathLst>
                <a:path w="78828" h="52000" fill="none" extrusionOk="0">
                  <a:moveTo>
                    <a:pt x="76616" y="51999"/>
                  </a:moveTo>
                  <a:lnTo>
                    <a:pt x="2211" y="51999"/>
                  </a:lnTo>
                  <a:cubicBezTo>
                    <a:pt x="1008" y="51999"/>
                    <a:pt x="0" y="50991"/>
                    <a:pt x="0" y="49788"/>
                  </a:cubicBezTo>
                  <a:lnTo>
                    <a:pt x="0" y="2212"/>
                  </a:lnTo>
                  <a:cubicBezTo>
                    <a:pt x="0" y="1009"/>
                    <a:pt x="1008" y="0"/>
                    <a:pt x="2211" y="0"/>
                  </a:cubicBezTo>
                  <a:lnTo>
                    <a:pt x="76616" y="0"/>
                  </a:lnTo>
                  <a:cubicBezTo>
                    <a:pt x="77852" y="0"/>
                    <a:pt x="78828" y="1009"/>
                    <a:pt x="78828" y="2212"/>
                  </a:cubicBezTo>
                  <a:lnTo>
                    <a:pt x="78828" y="49788"/>
                  </a:lnTo>
                  <a:cubicBezTo>
                    <a:pt x="78828" y="50991"/>
                    <a:pt x="77852" y="51999"/>
                    <a:pt x="76616" y="51999"/>
                  </a:cubicBezTo>
                  <a:close/>
                </a:path>
              </a:pathLst>
            </a:custGeom>
            <a:noFill/>
            <a:ln w="10575" cap="flat" cmpd="sng">
              <a:solidFill>
                <a:schemeClr val="dk2"/>
              </a:solidFill>
              <a:prstDash val="solid"/>
              <a:miter lim="3251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5"/>
            <p:cNvSpPr/>
            <p:nvPr/>
          </p:nvSpPr>
          <p:spPr>
            <a:xfrm>
              <a:off x="5152369" y="1244583"/>
              <a:ext cx="3233019" cy="1975908"/>
            </a:xfrm>
            <a:custGeom>
              <a:avLst/>
              <a:gdLst/>
              <a:ahLst/>
              <a:cxnLst/>
              <a:rect l="l" t="t" r="r" b="b"/>
              <a:pathLst>
                <a:path w="74016" h="45236" fill="none" extrusionOk="0">
                  <a:moveTo>
                    <a:pt x="1" y="0"/>
                  </a:moveTo>
                  <a:lnTo>
                    <a:pt x="74015" y="0"/>
                  </a:lnTo>
                  <a:lnTo>
                    <a:pt x="74015" y="45235"/>
                  </a:lnTo>
                  <a:lnTo>
                    <a:pt x="1" y="45235"/>
                  </a:lnTo>
                  <a:close/>
                </a:path>
              </a:pathLst>
            </a:custGeom>
            <a:noFill/>
            <a:ln w="10575" cap="flat" cmpd="sng">
              <a:solidFill>
                <a:schemeClr val="dk2"/>
              </a:solidFill>
              <a:prstDash val="solid"/>
              <a:miter lim="3251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5"/>
            <p:cNvSpPr/>
            <p:nvPr/>
          </p:nvSpPr>
          <p:spPr>
            <a:xfrm>
              <a:off x="6729084" y="3270134"/>
              <a:ext cx="80983" cy="80983"/>
            </a:xfrm>
            <a:custGeom>
              <a:avLst/>
              <a:gdLst/>
              <a:ahLst/>
              <a:cxnLst/>
              <a:rect l="l" t="t" r="r" b="b"/>
              <a:pathLst>
                <a:path w="1854" h="1854" extrusionOk="0">
                  <a:moveTo>
                    <a:pt x="911" y="0"/>
                  </a:moveTo>
                  <a:cubicBezTo>
                    <a:pt x="423" y="0"/>
                    <a:pt x="0" y="423"/>
                    <a:pt x="0" y="943"/>
                  </a:cubicBezTo>
                  <a:cubicBezTo>
                    <a:pt x="0" y="1431"/>
                    <a:pt x="423" y="1854"/>
                    <a:pt x="911" y="1854"/>
                  </a:cubicBezTo>
                  <a:cubicBezTo>
                    <a:pt x="1431" y="1854"/>
                    <a:pt x="1854" y="1431"/>
                    <a:pt x="1854" y="943"/>
                  </a:cubicBezTo>
                  <a:cubicBezTo>
                    <a:pt x="1854" y="423"/>
                    <a:pt x="1431" y="0"/>
                    <a:pt x="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19" name="Google Shape;419;p55"/>
          <p:cNvCxnSpPr/>
          <p:nvPr/>
        </p:nvCxnSpPr>
        <p:spPr>
          <a:xfrm>
            <a:off x="762000" y="2495550"/>
            <a:ext cx="1715700" cy="0"/>
          </a:xfrm>
          <a:prstGeom prst="straightConnector1">
            <a:avLst/>
          </a:prstGeom>
          <a:noFill/>
          <a:ln w="9525" cap="flat" cmpd="sng">
            <a:solidFill>
              <a:schemeClr val="dk2"/>
            </a:solidFill>
            <a:prstDash val="solid"/>
            <a:round/>
            <a:headEnd type="none" w="med" len="med"/>
            <a:tailEnd type="none" w="med" len="med"/>
          </a:ln>
        </p:spPr>
      </p:cxnSp>
      <p:sp>
        <p:nvSpPr>
          <p:cNvPr id="420" name="Google Shape;420;p55"/>
          <p:cNvSpPr txBox="1">
            <a:spLocks noGrp="1"/>
          </p:cNvSpPr>
          <p:nvPr>
            <p:ph type="title"/>
          </p:nvPr>
        </p:nvSpPr>
        <p:spPr>
          <a:xfrm>
            <a:off x="713224" y="1095800"/>
            <a:ext cx="4239775" cy="124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smtClean="0"/>
              <a:t>DATA</a:t>
            </a:r>
            <a:br>
              <a:rPr lang="en-US" dirty="0" smtClean="0"/>
            </a:br>
            <a:r>
              <a:rPr lang="en-US" dirty="0" smtClean="0"/>
              <a:t>DICTIONARY</a:t>
            </a:r>
            <a:endParaRPr/>
          </a:p>
        </p:txBody>
      </p:sp>
      <p:sp>
        <p:nvSpPr>
          <p:cNvPr id="421" name="Google Shape;421;p55"/>
          <p:cNvSpPr txBox="1">
            <a:spLocks noGrp="1"/>
          </p:cNvSpPr>
          <p:nvPr>
            <p:ph type="subTitle" idx="1"/>
          </p:nvPr>
        </p:nvSpPr>
        <p:spPr>
          <a:xfrm>
            <a:off x="713225" y="3393700"/>
            <a:ext cx="3525300" cy="65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The detailed description of all the entire collection created in the MongoDb.</a:t>
            </a:r>
            <a:endParaRPr/>
          </a:p>
        </p:txBody>
      </p:sp>
      <p:pic>
        <p:nvPicPr>
          <p:cNvPr id="12" name="Google Shape;746;p75"/>
          <p:cNvPicPr preferRelativeResize="0"/>
          <p:nvPr/>
        </p:nvPicPr>
        <p:blipFill rotWithShape="1">
          <a:blip r:embed="rId3">
            <a:alphaModFix/>
          </a:blip>
          <a:srcRect t="16540" b="16547"/>
          <a:stretch/>
        </p:blipFill>
        <p:spPr>
          <a:xfrm>
            <a:off x="5181600" y="1276350"/>
            <a:ext cx="3200400" cy="1905000"/>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8726" y="133350"/>
            <a:ext cx="1362874" cy="600164"/>
          </a:xfrm>
          <a:prstGeom prst="rect">
            <a:avLst/>
          </a:prstGeom>
          <a:noFill/>
        </p:spPr>
        <p:txBody>
          <a:bodyPr wrap="none" lIns="91440" tIns="45720" rIns="91440" bIns="45720">
            <a:spAutoFit/>
          </a:bodyPr>
          <a:lstStyle/>
          <a:p>
            <a:pPr algn="ctr"/>
            <a:r>
              <a:rPr lang="en-US" sz="3300" b="1" cap="none" spc="0" dirty="0" smtClean="0">
                <a:ln w="17780" cmpd="sng">
                  <a:solidFill>
                    <a:srgbClr val="FFFFFF"/>
                  </a:solidFill>
                  <a:prstDash val="solid"/>
                  <a:miter lim="800000"/>
                </a:ln>
                <a:solidFill>
                  <a:schemeClr val="tx1"/>
                </a:solidFill>
                <a:effectLst>
                  <a:outerShdw blurRad="50800" algn="tl" rotWithShape="0">
                    <a:srgbClr val="000000"/>
                  </a:outerShdw>
                </a:effectLst>
              </a:rPr>
              <a:t>Users</a:t>
            </a:r>
            <a:endParaRPr lang="en-US" sz="3300" b="1" cap="none" spc="0" dirty="0">
              <a:ln w="17780" cmpd="sng">
                <a:solidFill>
                  <a:srgbClr val="FFFFFF"/>
                </a:solidFill>
                <a:prstDash val="solid"/>
                <a:miter lim="800000"/>
              </a:ln>
              <a:solidFill>
                <a:schemeClr val="tx1"/>
              </a:solidFill>
              <a:effectLst>
                <a:outerShdw blurRad="50800" algn="tl" rotWithShape="0">
                  <a:srgbClr val="000000"/>
                </a:outerShdw>
              </a:effectLst>
            </a:endParaRPr>
          </a:p>
        </p:txBody>
      </p:sp>
      <p:graphicFrame>
        <p:nvGraphicFramePr>
          <p:cNvPr id="4" name="Table 3"/>
          <p:cNvGraphicFramePr>
            <a:graphicFrameLocks noGrp="1"/>
          </p:cNvGraphicFramePr>
          <p:nvPr/>
        </p:nvGraphicFramePr>
        <p:xfrm>
          <a:off x="228600" y="819150"/>
          <a:ext cx="8763000" cy="4084320"/>
        </p:xfrm>
        <a:graphic>
          <a:graphicData uri="http://schemas.openxmlformats.org/drawingml/2006/table">
            <a:tbl>
              <a:tblPr>
                <a:tableStyleId>{3B4D3BAD-5D68-41E9-AED8-EB5BB64262C7}</a:tableStyleId>
              </a:tblPr>
              <a:tblGrid>
                <a:gridCol w="1460500"/>
                <a:gridCol w="1460500"/>
                <a:gridCol w="1460500"/>
                <a:gridCol w="1460500"/>
                <a:gridCol w="1460500"/>
                <a:gridCol w="1460500"/>
              </a:tblGrid>
              <a:tr h="182880">
                <a:tc>
                  <a:txBody>
                    <a:bodyPr/>
                    <a:lstStyle/>
                    <a:p>
                      <a:pPr algn="ctr">
                        <a:spcAft>
                          <a:spcPts val="0"/>
                        </a:spcAft>
                      </a:pPr>
                      <a:r>
                        <a:rPr lang="en-US" sz="1100" dirty="0" err="1"/>
                        <a:t>Sr</a:t>
                      </a:r>
                      <a:endParaRPr lang="en-US" sz="1100" dirty="0">
                        <a:solidFill>
                          <a:schemeClr val="bg2"/>
                        </a:solidFill>
                        <a:latin typeface="Times New Roman"/>
                        <a:ea typeface="Times New Roman"/>
                      </a:endParaRPr>
                    </a:p>
                  </a:txBody>
                  <a:tcPr marL="43543" marR="43543" marT="0" marB="0"/>
                </a:tc>
                <a:tc>
                  <a:txBody>
                    <a:bodyPr/>
                    <a:lstStyle/>
                    <a:p>
                      <a:pPr algn="ctr">
                        <a:spcAft>
                          <a:spcPts val="0"/>
                        </a:spcAft>
                      </a:pPr>
                      <a:r>
                        <a:rPr lang="en-US" sz="1100"/>
                        <a:t>Field Name</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Data Type</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Constraint</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Default Value</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Description</a:t>
                      </a:r>
                      <a:endParaRPr lang="en-US" sz="110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1</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_id</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dirty="0"/>
                        <a:t>String</a:t>
                      </a:r>
                      <a:endParaRPr lang="en-US" sz="1100" dirty="0">
                        <a:solidFill>
                          <a:schemeClr val="bg2"/>
                        </a:solidFill>
                        <a:latin typeface="Times New Roman"/>
                        <a:ea typeface="Times New Roman"/>
                      </a:endParaRPr>
                    </a:p>
                  </a:txBody>
                  <a:tcPr marL="43543" marR="43543" marT="0" marB="0"/>
                </a:tc>
                <a:tc>
                  <a:txBody>
                    <a:bodyPr/>
                    <a:lstStyle/>
                    <a:p>
                      <a:pPr algn="ctr">
                        <a:spcAft>
                          <a:spcPts val="0"/>
                        </a:spcAft>
                      </a:pPr>
                      <a:r>
                        <a:rPr lang="en-US" sz="1100"/>
                        <a:t>Primary Key</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N/A</a:t>
                      </a:r>
                      <a:endParaRPr lang="en-US" sz="1100">
                        <a:solidFill>
                          <a:schemeClr val="bg2"/>
                        </a:solidFill>
                        <a:latin typeface="Times New Roman"/>
                        <a:ea typeface="Times New Roman"/>
                      </a:endParaRPr>
                    </a:p>
                  </a:txBody>
                  <a:tcPr marL="43543" marR="43543" marT="0" marB="0"/>
                </a:tc>
                <a:tc>
                  <a:txBody>
                    <a:bodyPr/>
                    <a:lstStyle/>
                    <a:p>
                      <a:pPr>
                        <a:spcAft>
                          <a:spcPts val="0"/>
                        </a:spcAft>
                      </a:pPr>
                      <a:r>
                        <a:rPr lang="en-US" sz="1100"/>
                        <a:t>Unique identifier for the user</a:t>
                      </a:r>
                      <a:endParaRPr lang="en-US" sz="110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a:t>2</a:t>
                      </a:r>
                      <a:endParaRPr lang="en-US" sz="1100">
                        <a:solidFill>
                          <a:schemeClr val="bg2"/>
                        </a:solidFill>
                        <a:latin typeface="Times New Roman"/>
                        <a:ea typeface="Times New Roman"/>
                      </a:endParaRPr>
                    </a:p>
                  </a:txBody>
                  <a:tcPr marL="43543" marR="43543" marT="0" marB="0"/>
                </a:tc>
                <a:tc>
                  <a:txBody>
                    <a:bodyPr/>
                    <a:lstStyle/>
                    <a:p>
                      <a:pPr>
                        <a:spcAft>
                          <a:spcPts val="0"/>
                        </a:spcAft>
                      </a:pPr>
                      <a:r>
                        <a:rPr lang="en-US" sz="1100" dirty="0" err="1"/>
                        <a:t>fullname</a:t>
                      </a:r>
                      <a:endParaRPr lang="en-US" sz="1100" dirty="0">
                        <a:solidFill>
                          <a:schemeClr val="bg2"/>
                        </a:solidFill>
                        <a:latin typeface="Times New Roman"/>
                        <a:ea typeface="Times New Roman"/>
                      </a:endParaRPr>
                    </a:p>
                  </a:txBody>
                  <a:tcPr marL="43543" marR="43543" marT="0" marB="0"/>
                </a:tc>
                <a:tc>
                  <a:txBody>
                    <a:bodyPr/>
                    <a:lstStyle/>
                    <a:p>
                      <a:pPr algn="ctr">
                        <a:spcAft>
                          <a:spcPts val="0"/>
                        </a:spcAft>
                      </a:pPr>
                      <a:r>
                        <a:rPr lang="en-US" sz="1100" dirty="0"/>
                        <a:t>String</a:t>
                      </a:r>
                      <a:endParaRPr lang="en-US" sz="1100" dirty="0">
                        <a:solidFill>
                          <a:schemeClr val="bg2"/>
                        </a:solidFill>
                        <a:latin typeface="Times New Roman"/>
                        <a:ea typeface="Times New Roman"/>
                      </a:endParaRPr>
                    </a:p>
                  </a:txBody>
                  <a:tcPr marL="43543" marR="43543" marT="0" marB="0"/>
                </a:tc>
                <a:tc>
                  <a:txBody>
                    <a:bodyPr/>
                    <a:lstStyle/>
                    <a:p>
                      <a:pPr algn="ctr">
                        <a:spcAft>
                          <a:spcPts val="0"/>
                        </a:spcAft>
                      </a:pPr>
                      <a:r>
                        <a:rPr lang="en-US" sz="1100"/>
                        <a:t>Not Null</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N/A</a:t>
                      </a:r>
                      <a:endParaRPr lang="en-US" sz="1100">
                        <a:solidFill>
                          <a:schemeClr val="bg2"/>
                        </a:solidFill>
                        <a:latin typeface="Times New Roman"/>
                        <a:ea typeface="Times New Roman"/>
                      </a:endParaRPr>
                    </a:p>
                  </a:txBody>
                  <a:tcPr marL="43543" marR="43543" marT="0" marB="0"/>
                </a:tc>
                <a:tc>
                  <a:txBody>
                    <a:bodyPr/>
                    <a:lstStyle/>
                    <a:p>
                      <a:pPr>
                        <a:spcAft>
                          <a:spcPts val="0"/>
                        </a:spcAft>
                      </a:pPr>
                      <a:r>
                        <a:rPr lang="en-US" sz="1100"/>
                        <a:t>Full name of the user</a:t>
                      </a:r>
                      <a:endParaRPr lang="en-US" sz="110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3</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username</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String</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dirty="0"/>
                        <a:t>Not Null, Unique</a:t>
                      </a:r>
                      <a:endParaRPr lang="en-US" sz="1100" dirty="0">
                        <a:solidFill>
                          <a:schemeClr val="bg2"/>
                        </a:solidFill>
                        <a:latin typeface="Times New Roman"/>
                        <a:ea typeface="Times New Roman"/>
                      </a:endParaRPr>
                    </a:p>
                  </a:txBody>
                  <a:tcPr marL="43543" marR="43543" marT="0" marB="0"/>
                </a:tc>
                <a:tc>
                  <a:txBody>
                    <a:bodyPr/>
                    <a:lstStyle/>
                    <a:p>
                      <a:pPr algn="ctr">
                        <a:spcAft>
                          <a:spcPts val="0"/>
                        </a:spcAft>
                      </a:pPr>
                      <a:r>
                        <a:rPr lang="en-US" sz="1100"/>
                        <a:t>N/A</a:t>
                      </a:r>
                      <a:endParaRPr lang="en-US" sz="1100">
                        <a:solidFill>
                          <a:schemeClr val="bg2"/>
                        </a:solidFill>
                        <a:latin typeface="Times New Roman"/>
                        <a:ea typeface="Times New Roman"/>
                      </a:endParaRPr>
                    </a:p>
                  </a:txBody>
                  <a:tcPr marL="43543" marR="43543" marT="0" marB="0"/>
                </a:tc>
                <a:tc>
                  <a:txBody>
                    <a:bodyPr/>
                    <a:lstStyle/>
                    <a:p>
                      <a:pPr>
                        <a:spcAft>
                          <a:spcPts val="0"/>
                        </a:spcAft>
                      </a:pPr>
                      <a:r>
                        <a:rPr lang="en-US" sz="1100"/>
                        <a:t>Username of the user</a:t>
                      </a:r>
                      <a:endParaRPr lang="en-US" sz="110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4</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dirty="0"/>
                        <a:t>dob</a:t>
                      </a:r>
                      <a:endParaRPr lang="en-US" sz="1100" dirty="0">
                        <a:solidFill>
                          <a:schemeClr val="bg2"/>
                        </a:solidFill>
                        <a:latin typeface="Times New Roman"/>
                        <a:ea typeface="Times New Roman"/>
                      </a:endParaRPr>
                    </a:p>
                  </a:txBody>
                  <a:tcPr marL="43543" marR="43543" marT="0" marB="0"/>
                </a:tc>
                <a:tc>
                  <a:txBody>
                    <a:bodyPr/>
                    <a:lstStyle/>
                    <a:p>
                      <a:pPr algn="ctr">
                        <a:spcAft>
                          <a:spcPts val="0"/>
                        </a:spcAft>
                      </a:pPr>
                      <a:r>
                        <a:rPr lang="en-US" sz="1100" dirty="0"/>
                        <a:t>Date</a:t>
                      </a:r>
                      <a:endParaRPr lang="en-US" sz="1100" dirty="0">
                        <a:solidFill>
                          <a:schemeClr val="bg2"/>
                        </a:solidFill>
                        <a:latin typeface="Times New Roman"/>
                        <a:ea typeface="Times New Roman"/>
                      </a:endParaRPr>
                    </a:p>
                  </a:txBody>
                  <a:tcPr marL="43543" marR="43543" marT="0" marB="0"/>
                </a:tc>
                <a:tc>
                  <a:txBody>
                    <a:bodyPr/>
                    <a:lstStyle/>
                    <a:p>
                      <a:pPr algn="ctr">
                        <a:spcAft>
                          <a:spcPts val="0"/>
                        </a:spcAft>
                      </a:pPr>
                      <a:r>
                        <a:rPr lang="en-US" sz="1100" dirty="0"/>
                        <a:t>Not Null</a:t>
                      </a:r>
                      <a:endParaRPr lang="en-US" sz="1100" dirty="0">
                        <a:solidFill>
                          <a:schemeClr val="bg2"/>
                        </a:solidFill>
                        <a:latin typeface="Times New Roman"/>
                        <a:ea typeface="Times New Roman"/>
                      </a:endParaRPr>
                    </a:p>
                  </a:txBody>
                  <a:tcPr marL="43543" marR="43543" marT="0" marB="0"/>
                </a:tc>
                <a:tc>
                  <a:txBody>
                    <a:bodyPr/>
                    <a:lstStyle/>
                    <a:p>
                      <a:pPr algn="ctr">
                        <a:spcAft>
                          <a:spcPts val="0"/>
                        </a:spcAft>
                      </a:pPr>
                      <a:r>
                        <a:rPr lang="en-US" sz="1100"/>
                        <a:t>N/A</a:t>
                      </a:r>
                      <a:endParaRPr lang="en-US" sz="1100">
                        <a:solidFill>
                          <a:schemeClr val="bg2"/>
                        </a:solidFill>
                        <a:latin typeface="Times New Roman"/>
                        <a:ea typeface="Times New Roman"/>
                      </a:endParaRPr>
                    </a:p>
                  </a:txBody>
                  <a:tcPr marL="43543" marR="43543" marT="0" marB="0"/>
                </a:tc>
                <a:tc>
                  <a:txBody>
                    <a:bodyPr/>
                    <a:lstStyle/>
                    <a:p>
                      <a:pPr>
                        <a:spcAft>
                          <a:spcPts val="0"/>
                        </a:spcAft>
                      </a:pPr>
                      <a:r>
                        <a:rPr lang="en-US" sz="1100"/>
                        <a:t>Date of birth of the user</a:t>
                      </a:r>
                      <a:endParaRPr lang="en-US" sz="110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5</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gender</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String</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Not Null</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N/A</a:t>
                      </a:r>
                      <a:endParaRPr lang="en-US" sz="1100">
                        <a:solidFill>
                          <a:schemeClr val="bg2"/>
                        </a:solidFill>
                        <a:latin typeface="Times New Roman"/>
                        <a:ea typeface="Times New Roman"/>
                      </a:endParaRPr>
                    </a:p>
                  </a:txBody>
                  <a:tcPr marL="43543" marR="43543" marT="0" marB="0"/>
                </a:tc>
                <a:tc>
                  <a:txBody>
                    <a:bodyPr/>
                    <a:lstStyle/>
                    <a:p>
                      <a:pPr>
                        <a:spcAft>
                          <a:spcPts val="0"/>
                        </a:spcAft>
                      </a:pPr>
                      <a:r>
                        <a:rPr lang="en-US" sz="1100"/>
                        <a:t>Gender of the user</a:t>
                      </a:r>
                      <a:endParaRPr lang="en-US" sz="110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6</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email</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String</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dirty="0"/>
                        <a:t>Not Null, Unique</a:t>
                      </a:r>
                      <a:endParaRPr lang="en-US" sz="1100" dirty="0">
                        <a:solidFill>
                          <a:schemeClr val="bg2"/>
                        </a:solidFill>
                        <a:latin typeface="Times New Roman"/>
                        <a:ea typeface="Times New Roman"/>
                      </a:endParaRPr>
                    </a:p>
                  </a:txBody>
                  <a:tcPr marL="43543" marR="43543" marT="0" marB="0"/>
                </a:tc>
                <a:tc>
                  <a:txBody>
                    <a:bodyPr/>
                    <a:lstStyle/>
                    <a:p>
                      <a:pPr algn="ctr">
                        <a:spcAft>
                          <a:spcPts val="0"/>
                        </a:spcAft>
                      </a:pPr>
                      <a:r>
                        <a:rPr lang="en-US" sz="1100" dirty="0"/>
                        <a:t>N/A</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Email address of the user</a:t>
                      </a:r>
                      <a:endParaRPr lang="en-US" sz="110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7</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password</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String</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Not Null</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dirty="0"/>
                        <a:t>N/A</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Password for user authentication</a:t>
                      </a:r>
                      <a:endParaRPr lang="en-US" sz="110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8</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is_admin</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Integer</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Not Null</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dirty="0"/>
                        <a:t>0 (default)</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dirty="0"/>
                        <a:t>Indicates if the user has admin privileges</a:t>
                      </a:r>
                      <a:endParaRPr lang="en-US" sz="1100" dirty="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9</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acc_status</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Integer</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Not Null</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0</a:t>
                      </a:r>
                      <a:endParaRPr lang="en-US" sz="1100">
                        <a:solidFill>
                          <a:schemeClr val="bg2"/>
                        </a:solidFill>
                        <a:latin typeface="Times New Roman"/>
                        <a:ea typeface="Times New Roman"/>
                      </a:endParaRPr>
                    </a:p>
                  </a:txBody>
                  <a:tcPr marL="43543" marR="43543" marT="0" marB="0"/>
                </a:tc>
                <a:tc>
                  <a:txBody>
                    <a:bodyPr/>
                    <a:lstStyle/>
                    <a:p>
                      <a:pPr>
                        <a:spcAft>
                          <a:spcPts val="0"/>
                        </a:spcAft>
                      </a:pPr>
                      <a:r>
                        <a:rPr lang="en-US" sz="1100" dirty="0"/>
                        <a:t>Account status (1 = verified, 0 = registered , 2= blocked)</a:t>
                      </a:r>
                      <a:endParaRPr lang="en-US" sz="1100" dirty="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10</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created_at</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Timestamp</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Not Null</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dirty="0"/>
                        <a:t>Current Timestamp</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dirty="0"/>
                        <a:t>Timestamp when the user account was created</a:t>
                      </a:r>
                      <a:endParaRPr lang="en-US" sz="1100" dirty="0">
                        <a:solidFill>
                          <a:schemeClr val="bg2"/>
                        </a:solidFill>
                        <a:latin typeface="Times New Roman"/>
                        <a:ea typeface="Times New Roman"/>
                      </a:endParaRPr>
                    </a:p>
                  </a:txBody>
                  <a:tcPr marL="43543" marR="43543" marT="0" marB="0"/>
                </a:tc>
              </a:tr>
              <a:tr h="182880">
                <a:tc>
                  <a:txBody>
                    <a:bodyPr/>
                    <a:lstStyle/>
                    <a:p>
                      <a:pPr algn="ctr">
                        <a:spcAft>
                          <a:spcPts val="0"/>
                        </a:spcAft>
                      </a:pPr>
                      <a:r>
                        <a:rPr lang="en-US" sz="1100" dirty="0"/>
                        <a:t>11</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a:t>updated_at</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Timestamp</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a:t>Not Null</a:t>
                      </a:r>
                      <a:endParaRPr lang="en-US" sz="1100">
                        <a:solidFill>
                          <a:schemeClr val="bg2"/>
                        </a:solidFill>
                        <a:latin typeface="Times New Roman"/>
                        <a:ea typeface="Times New Roman"/>
                      </a:endParaRPr>
                    </a:p>
                  </a:txBody>
                  <a:tcPr marL="43543" marR="43543" marT="0" marB="0"/>
                </a:tc>
                <a:tc>
                  <a:txBody>
                    <a:bodyPr/>
                    <a:lstStyle/>
                    <a:p>
                      <a:pPr algn="ctr">
                        <a:spcAft>
                          <a:spcPts val="0"/>
                        </a:spcAft>
                      </a:pPr>
                      <a:r>
                        <a:rPr lang="en-US" sz="1100" dirty="0"/>
                        <a:t>Current Timestamp</a:t>
                      </a:r>
                      <a:endParaRPr lang="en-US" sz="1100" dirty="0">
                        <a:solidFill>
                          <a:schemeClr val="bg2"/>
                        </a:solidFill>
                        <a:latin typeface="Times New Roman"/>
                        <a:ea typeface="Times New Roman"/>
                      </a:endParaRPr>
                    </a:p>
                  </a:txBody>
                  <a:tcPr marL="43543" marR="43543" marT="0" marB="0"/>
                </a:tc>
                <a:tc>
                  <a:txBody>
                    <a:bodyPr/>
                    <a:lstStyle/>
                    <a:p>
                      <a:pPr>
                        <a:spcAft>
                          <a:spcPts val="0"/>
                        </a:spcAft>
                      </a:pPr>
                      <a:r>
                        <a:rPr lang="en-US" sz="1100" dirty="0"/>
                        <a:t>Timestamp when the user account was last updated</a:t>
                      </a:r>
                      <a:endParaRPr lang="en-US" sz="1100" dirty="0">
                        <a:solidFill>
                          <a:schemeClr val="bg2"/>
                        </a:solidFill>
                        <a:latin typeface="Times New Roman"/>
                        <a:ea typeface="Times New Roman"/>
                      </a:endParaRPr>
                    </a:p>
                  </a:txBody>
                  <a:tcPr marL="43543" marR="43543" marT="0" marB="0"/>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81001" y="703074"/>
          <a:ext cx="8229599" cy="4197550"/>
        </p:xfrm>
        <a:graphic>
          <a:graphicData uri="http://schemas.openxmlformats.org/drawingml/2006/table">
            <a:tbl>
              <a:tblPr/>
              <a:tblGrid>
                <a:gridCol w="1416454"/>
                <a:gridCol w="1416454"/>
                <a:gridCol w="1416454"/>
                <a:gridCol w="1416454"/>
                <a:gridCol w="1416454"/>
                <a:gridCol w="1147329"/>
              </a:tblGrid>
              <a:tr h="344893">
                <a:tc>
                  <a:txBody>
                    <a:bodyPr/>
                    <a:lstStyle/>
                    <a:p>
                      <a:pPr algn="ctr">
                        <a:spcAft>
                          <a:spcPts val="0"/>
                        </a:spcAft>
                      </a:pPr>
                      <a:r>
                        <a:rPr lang="en-US" sz="1200" b="1">
                          <a:solidFill>
                            <a:schemeClr val="bg2"/>
                          </a:solidFill>
                          <a:latin typeface="Times New Roman"/>
                          <a:ea typeface="Times New Roman"/>
                        </a:rPr>
                        <a:t>Sr</a:t>
                      </a:r>
                      <a:endParaRPr lang="en-US" sz="12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solidFill>
                            <a:schemeClr val="bg2"/>
                          </a:solidFill>
                          <a:latin typeface="Times New Roman"/>
                          <a:ea typeface="Times New Roman"/>
                        </a:rPr>
                        <a:t>Field Name</a:t>
                      </a:r>
                      <a:endParaRPr lang="en-US" sz="12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solidFill>
                            <a:schemeClr val="bg2"/>
                          </a:solidFill>
                          <a:latin typeface="Times New Roman"/>
                          <a:ea typeface="Times New Roman"/>
                        </a:rPr>
                        <a:t>Data Type</a:t>
                      </a:r>
                      <a:endParaRPr lang="en-US" sz="12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solidFill>
                            <a:schemeClr val="bg2"/>
                          </a:solidFill>
                          <a:latin typeface="Times New Roman"/>
                          <a:ea typeface="Times New Roman"/>
                        </a:rPr>
                        <a:t>Constraint</a:t>
                      </a:r>
                      <a:endParaRPr lang="en-US" sz="12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solidFill>
                            <a:schemeClr val="bg2"/>
                          </a:solidFill>
                          <a:latin typeface="Times New Roman"/>
                          <a:ea typeface="Times New Roman"/>
                        </a:rPr>
                        <a:t>Default Value</a:t>
                      </a:r>
                      <a:endParaRPr lang="en-US" sz="12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solidFill>
                            <a:schemeClr val="bg2"/>
                          </a:solidFill>
                          <a:latin typeface="Times New Roman"/>
                          <a:ea typeface="Times New Roman"/>
                        </a:rPr>
                        <a:t>Description</a:t>
                      </a:r>
                      <a:endParaRPr lang="en-US" sz="12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4843">
                <a:tc>
                  <a:txBody>
                    <a:bodyPr/>
                    <a:lstStyle/>
                    <a:p>
                      <a:pPr algn="ctr">
                        <a:spcAft>
                          <a:spcPts val="0"/>
                        </a:spcAft>
                      </a:pPr>
                      <a:r>
                        <a:rPr lang="en-US" sz="1200" dirty="0">
                          <a:solidFill>
                            <a:schemeClr val="bg2"/>
                          </a:solidFill>
                          <a:latin typeface="Times New Roman"/>
                          <a:ea typeface="Times New Roman"/>
                        </a:rPr>
                        <a:t>1</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_id</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String</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Primary Key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Unique identifier for the face measurement record</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4843">
                <a:tc>
                  <a:txBody>
                    <a:bodyPr/>
                    <a:lstStyle/>
                    <a:p>
                      <a:pPr algn="ctr">
                        <a:spcAft>
                          <a:spcPts val="0"/>
                        </a:spcAft>
                      </a:pPr>
                      <a:r>
                        <a:rPr lang="en-US" sz="1200">
                          <a:solidFill>
                            <a:schemeClr val="bg2"/>
                          </a:solidFill>
                          <a:latin typeface="Times New Roman"/>
                          <a:ea typeface="Times New Roman"/>
                        </a:rPr>
                        <a:t>2</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err="1">
                          <a:solidFill>
                            <a:schemeClr val="bg2"/>
                          </a:solidFill>
                          <a:latin typeface="Times New Roman"/>
                          <a:ea typeface="Times New Roman"/>
                        </a:rPr>
                        <a:t>user_id</a:t>
                      </a:r>
                      <a:endParaRPr lang="en-US" sz="1200" dirty="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String</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Foreign Key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Reference to the user's ID</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9868">
                <a:tc>
                  <a:txBody>
                    <a:bodyPr/>
                    <a:lstStyle/>
                    <a:p>
                      <a:pPr algn="ctr">
                        <a:spcAft>
                          <a:spcPts val="0"/>
                        </a:spcAft>
                      </a:pPr>
                      <a:r>
                        <a:rPr lang="en-US" sz="1200">
                          <a:solidFill>
                            <a:schemeClr val="bg2"/>
                          </a:solidFill>
                          <a:latin typeface="Times New Roman"/>
                          <a:ea typeface="Times New Roman"/>
                        </a:rPr>
                        <a:t>3</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faceLength</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Float</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Not Null</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Length of the face (in cm)</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9868">
                <a:tc>
                  <a:txBody>
                    <a:bodyPr/>
                    <a:lstStyle/>
                    <a:p>
                      <a:pPr algn="ctr">
                        <a:spcAft>
                          <a:spcPts val="0"/>
                        </a:spcAft>
                      </a:pPr>
                      <a:r>
                        <a:rPr lang="en-US" sz="1200">
                          <a:solidFill>
                            <a:schemeClr val="bg2"/>
                          </a:solidFill>
                          <a:latin typeface="Times New Roman"/>
                          <a:ea typeface="Times New Roman"/>
                        </a:rPr>
                        <a:t>4</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foreheadWidth</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Float</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Not Null</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Width of the forehead (in cm)</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9868">
                <a:tc>
                  <a:txBody>
                    <a:bodyPr/>
                    <a:lstStyle/>
                    <a:p>
                      <a:pPr algn="ctr">
                        <a:spcAft>
                          <a:spcPts val="0"/>
                        </a:spcAft>
                      </a:pPr>
                      <a:r>
                        <a:rPr lang="en-US" sz="1200">
                          <a:solidFill>
                            <a:schemeClr val="bg2"/>
                          </a:solidFill>
                          <a:latin typeface="Times New Roman"/>
                          <a:ea typeface="Times New Roman"/>
                        </a:rPr>
                        <a:t>5</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cheekboneWidth</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Float</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Not Null</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Width of the cheekbones (in cm)</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9818">
                <a:tc>
                  <a:txBody>
                    <a:bodyPr/>
                    <a:lstStyle/>
                    <a:p>
                      <a:pPr algn="ctr">
                        <a:spcAft>
                          <a:spcPts val="0"/>
                        </a:spcAft>
                      </a:pPr>
                      <a:r>
                        <a:rPr lang="en-US" sz="1200">
                          <a:solidFill>
                            <a:schemeClr val="bg2"/>
                          </a:solidFill>
                          <a:latin typeface="Times New Roman"/>
                          <a:ea typeface="Times New Roman"/>
                        </a:rPr>
                        <a:t>6</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jawlineWidth</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Float</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Not Null</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Width of the </a:t>
                      </a:r>
                      <a:r>
                        <a:rPr lang="en-US" sz="1200" dirty="0" err="1">
                          <a:solidFill>
                            <a:schemeClr val="bg2"/>
                          </a:solidFill>
                          <a:latin typeface="Times New Roman"/>
                          <a:ea typeface="Times New Roman"/>
                        </a:rPr>
                        <a:t>jawline</a:t>
                      </a:r>
                      <a:r>
                        <a:rPr lang="en-US" sz="1200" dirty="0">
                          <a:solidFill>
                            <a:schemeClr val="bg2"/>
                          </a:solidFill>
                          <a:latin typeface="Times New Roman"/>
                          <a:ea typeface="Times New Roman"/>
                        </a:rPr>
                        <a:t> (in cm)</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Rectangle 2"/>
          <p:cNvSpPr/>
          <p:nvPr/>
        </p:nvSpPr>
        <p:spPr>
          <a:xfrm>
            <a:off x="2667000" y="133350"/>
            <a:ext cx="2491388" cy="600164"/>
          </a:xfrm>
          <a:prstGeom prst="rect">
            <a:avLst/>
          </a:prstGeom>
          <a:noFill/>
        </p:spPr>
        <p:txBody>
          <a:bodyPr wrap="none" lIns="91440" tIns="45720" rIns="91440" bIns="45720">
            <a:spAutoFit/>
          </a:bodyPr>
          <a:lstStyle/>
          <a:p>
            <a:pPr algn="ctr"/>
            <a:r>
              <a:rPr lang="en-US" sz="3300" b="1" cap="none" spc="0" dirty="0" err="1" smtClean="0">
                <a:ln w="17780" cmpd="sng">
                  <a:solidFill>
                    <a:srgbClr val="FFFFFF"/>
                  </a:solidFill>
                  <a:prstDash val="solid"/>
                  <a:miter lim="800000"/>
                </a:ln>
                <a:solidFill>
                  <a:schemeClr val="tx1"/>
                </a:solidFill>
                <a:effectLst>
                  <a:outerShdw blurRad="50800" algn="tl" rotWithShape="0">
                    <a:srgbClr val="000000"/>
                  </a:outerShdw>
                </a:effectLst>
              </a:rPr>
              <a:t>face_shape</a:t>
            </a:r>
            <a:endParaRPr lang="en-US" sz="3300" b="1" cap="none" spc="0" dirty="0">
              <a:ln w="17780" cmpd="sng">
                <a:solidFill>
                  <a:srgbClr val="FFFFFF"/>
                </a:solidFill>
                <a:prstDash val="solid"/>
                <a:miter lim="800000"/>
              </a:ln>
              <a:solidFill>
                <a:schemeClr val="tx1"/>
              </a:solidFill>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4800" y="742950"/>
          <a:ext cx="8534400" cy="4319397"/>
        </p:xfrm>
        <a:graphic>
          <a:graphicData uri="http://schemas.openxmlformats.org/drawingml/2006/table">
            <a:tbl>
              <a:tblPr/>
              <a:tblGrid>
                <a:gridCol w="1017864"/>
                <a:gridCol w="1496736"/>
                <a:gridCol w="1371600"/>
                <a:gridCol w="1295400"/>
                <a:gridCol w="1371600"/>
                <a:gridCol w="1981200"/>
              </a:tblGrid>
              <a:tr h="187375">
                <a:tc>
                  <a:txBody>
                    <a:bodyPr/>
                    <a:lstStyle/>
                    <a:p>
                      <a:pPr algn="ctr">
                        <a:spcAft>
                          <a:spcPts val="0"/>
                        </a:spcAft>
                      </a:pPr>
                      <a:r>
                        <a:rPr lang="en-US" sz="1200" b="1" dirty="0" err="1">
                          <a:solidFill>
                            <a:schemeClr val="bg2"/>
                          </a:solidFill>
                          <a:latin typeface="Times New Roman"/>
                          <a:ea typeface="Times New Roman"/>
                        </a:rPr>
                        <a:t>Sr</a:t>
                      </a:r>
                      <a:endParaRPr lang="en-US" sz="1200" dirty="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b="1">
                          <a:solidFill>
                            <a:schemeClr val="bg2"/>
                          </a:solidFill>
                          <a:latin typeface="Times New Roman"/>
                          <a:ea typeface="Times New Roman"/>
                        </a:rPr>
                        <a:t>Field Name</a:t>
                      </a:r>
                      <a:endParaRPr lang="en-US" sz="120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b="1" dirty="0">
                          <a:solidFill>
                            <a:schemeClr val="bg2"/>
                          </a:solidFill>
                          <a:latin typeface="Times New Roman"/>
                          <a:ea typeface="Times New Roman"/>
                        </a:rPr>
                        <a:t>Data Type</a:t>
                      </a:r>
                      <a:endParaRPr lang="en-US" sz="1200" dirty="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b="1">
                          <a:solidFill>
                            <a:schemeClr val="bg2"/>
                          </a:solidFill>
                          <a:latin typeface="Times New Roman"/>
                          <a:ea typeface="Times New Roman"/>
                        </a:rPr>
                        <a:t>Constraint</a:t>
                      </a:r>
                      <a:endParaRPr lang="en-US" sz="120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b="1">
                          <a:solidFill>
                            <a:schemeClr val="bg2"/>
                          </a:solidFill>
                          <a:latin typeface="Times New Roman"/>
                          <a:ea typeface="Times New Roman"/>
                        </a:rPr>
                        <a:t>Default Value</a:t>
                      </a:r>
                      <a:endParaRPr lang="en-US" sz="120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b="1">
                          <a:solidFill>
                            <a:schemeClr val="bg2"/>
                          </a:solidFill>
                          <a:latin typeface="Times New Roman"/>
                          <a:ea typeface="Times New Roman"/>
                        </a:rPr>
                        <a:t>Description</a:t>
                      </a:r>
                      <a:endParaRPr lang="en-US" sz="120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526771">
                <a:tc>
                  <a:txBody>
                    <a:bodyPr/>
                    <a:lstStyle/>
                    <a:p>
                      <a:pPr algn="ctr">
                        <a:spcAft>
                          <a:spcPts val="0"/>
                        </a:spcAft>
                      </a:pPr>
                      <a:r>
                        <a:rPr lang="en-US" sz="1200" dirty="0">
                          <a:solidFill>
                            <a:schemeClr val="bg2"/>
                          </a:solidFill>
                          <a:latin typeface="Times New Roman"/>
                          <a:ea typeface="Times New Roman"/>
                        </a:rPr>
                        <a:t>1</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_id</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String</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Primary Key</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Unique identifier for the body measurement record</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57073">
                <a:tc>
                  <a:txBody>
                    <a:bodyPr/>
                    <a:lstStyle/>
                    <a:p>
                      <a:pPr algn="ctr">
                        <a:spcAft>
                          <a:spcPts val="0"/>
                        </a:spcAft>
                      </a:pPr>
                      <a:r>
                        <a:rPr lang="en-US" sz="1200">
                          <a:solidFill>
                            <a:schemeClr val="bg2"/>
                          </a:solidFill>
                          <a:latin typeface="Times New Roman"/>
                          <a:ea typeface="Times New Roman"/>
                        </a:rPr>
                        <a:t>2</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err="1">
                          <a:solidFill>
                            <a:schemeClr val="bg2"/>
                          </a:solidFill>
                          <a:latin typeface="Times New Roman"/>
                          <a:ea typeface="Times New Roman"/>
                        </a:rPr>
                        <a:t>user_id</a:t>
                      </a:r>
                      <a:endParaRPr lang="en-US" sz="1200" dirty="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String</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Foreign Key</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Reference to the user's ID</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57073">
                <a:tc>
                  <a:txBody>
                    <a:bodyPr/>
                    <a:lstStyle/>
                    <a:p>
                      <a:pPr algn="ctr">
                        <a:spcAft>
                          <a:spcPts val="0"/>
                        </a:spcAft>
                      </a:pPr>
                      <a:r>
                        <a:rPr lang="en-US" sz="1200">
                          <a:solidFill>
                            <a:schemeClr val="bg2"/>
                          </a:solidFill>
                          <a:latin typeface="Times New Roman"/>
                          <a:ea typeface="Times New Roman"/>
                        </a:rPr>
                        <a:t>3</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gender</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String</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Not Null</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Gender of the user (e.g., "female")</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57073">
                <a:tc>
                  <a:txBody>
                    <a:bodyPr/>
                    <a:lstStyle/>
                    <a:p>
                      <a:pPr algn="ctr">
                        <a:spcAft>
                          <a:spcPts val="0"/>
                        </a:spcAft>
                      </a:pPr>
                      <a:r>
                        <a:rPr lang="en-US" sz="1200">
                          <a:solidFill>
                            <a:schemeClr val="bg2"/>
                          </a:solidFill>
                          <a:latin typeface="Times New Roman"/>
                          <a:ea typeface="Times New Roman"/>
                        </a:rPr>
                        <a:t>4</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shoulderWidth</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Float</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Not Null</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Width of the shoulders (in cm)</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57073">
                <a:tc>
                  <a:txBody>
                    <a:bodyPr/>
                    <a:lstStyle/>
                    <a:p>
                      <a:pPr algn="ctr">
                        <a:spcAft>
                          <a:spcPts val="0"/>
                        </a:spcAft>
                      </a:pPr>
                      <a:r>
                        <a:rPr lang="en-US" sz="1200">
                          <a:solidFill>
                            <a:schemeClr val="bg2"/>
                          </a:solidFill>
                          <a:latin typeface="Times New Roman"/>
                          <a:ea typeface="Times New Roman"/>
                        </a:rPr>
                        <a:t>5</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bust</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Float</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Not Null</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Measurement of the bust (in cm)</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57073">
                <a:tc>
                  <a:txBody>
                    <a:bodyPr/>
                    <a:lstStyle/>
                    <a:p>
                      <a:pPr algn="ctr">
                        <a:spcAft>
                          <a:spcPts val="0"/>
                        </a:spcAft>
                      </a:pPr>
                      <a:r>
                        <a:rPr lang="en-US" sz="1200" dirty="0">
                          <a:solidFill>
                            <a:schemeClr val="bg2"/>
                          </a:solidFill>
                          <a:latin typeface="Times New Roman"/>
                          <a:ea typeface="Times New Roman"/>
                        </a:rPr>
                        <a:t>6</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waist</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Float</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Not Null</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Measurement of the waist (in cm)</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65760">
                <a:tc>
                  <a:txBody>
                    <a:bodyPr/>
                    <a:lstStyle/>
                    <a:p>
                      <a:pPr algn="ctr">
                        <a:spcAft>
                          <a:spcPts val="0"/>
                        </a:spcAft>
                      </a:pPr>
                      <a:r>
                        <a:rPr lang="en-US" sz="1200" dirty="0">
                          <a:solidFill>
                            <a:schemeClr val="bg2"/>
                          </a:solidFill>
                          <a:latin typeface="Times New Roman"/>
                          <a:ea typeface="Times New Roman"/>
                        </a:rPr>
                        <a:t>7</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hips</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Float</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Not Null</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Measurement of the hips (in cm)</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65760">
                <a:tc>
                  <a:txBody>
                    <a:bodyPr/>
                    <a:lstStyle/>
                    <a:p>
                      <a:pPr algn="ctr">
                        <a:spcAft>
                          <a:spcPts val="0"/>
                        </a:spcAft>
                      </a:pPr>
                      <a:r>
                        <a:rPr lang="en-US" sz="1200" dirty="0">
                          <a:solidFill>
                            <a:schemeClr val="bg2"/>
                          </a:solidFill>
                          <a:latin typeface="Times New Roman"/>
                          <a:ea typeface="Times New Roman"/>
                        </a:rPr>
                        <a:t>8</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err="1">
                          <a:solidFill>
                            <a:schemeClr val="bg2"/>
                          </a:solidFill>
                          <a:latin typeface="Times New Roman"/>
                          <a:ea typeface="Times New Roman"/>
                        </a:rPr>
                        <a:t>body_shape</a:t>
                      </a:r>
                      <a:endParaRPr lang="en-US" sz="1200" dirty="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String</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Not Null</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N/A</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Overall body shape (e.g., "Hourglass")</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65760">
                <a:tc>
                  <a:txBody>
                    <a:bodyPr/>
                    <a:lstStyle/>
                    <a:p>
                      <a:pPr algn="ctr">
                        <a:spcAft>
                          <a:spcPts val="0"/>
                        </a:spcAft>
                      </a:pPr>
                      <a:r>
                        <a:rPr lang="en-US" sz="1200" dirty="0">
                          <a:solidFill>
                            <a:schemeClr val="bg2"/>
                          </a:solidFill>
                          <a:latin typeface="Times New Roman"/>
                          <a:ea typeface="Times New Roman"/>
                        </a:rPr>
                        <a:t>9</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err="1">
                          <a:solidFill>
                            <a:schemeClr val="bg2"/>
                          </a:solidFill>
                          <a:latin typeface="Times New Roman"/>
                          <a:ea typeface="Times New Roman"/>
                        </a:rPr>
                        <a:t>created_at</a:t>
                      </a:r>
                      <a:endParaRPr lang="en-US" sz="1200" dirty="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Timestamp</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Not Null</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Current Timestamp</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Timestamp when the body measurements were recorded</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65760">
                <a:tc>
                  <a:txBody>
                    <a:bodyPr/>
                    <a:lstStyle/>
                    <a:p>
                      <a:pPr algn="ctr">
                        <a:spcAft>
                          <a:spcPts val="0"/>
                        </a:spcAft>
                      </a:pPr>
                      <a:r>
                        <a:rPr lang="en-US" sz="1200">
                          <a:solidFill>
                            <a:schemeClr val="bg2"/>
                          </a:solidFill>
                          <a:latin typeface="Times New Roman"/>
                          <a:ea typeface="Times New Roman"/>
                        </a:rPr>
                        <a:t>10</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err="1">
                          <a:solidFill>
                            <a:schemeClr val="bg2"/>
                          </a:solidFill>
                          <a:latin typeface="Times New Roman"/>
                          <a:ea typeface="Times New Roman"/>
                        </a:rPr>
                        <a:t>updated_at</a:t>
                      </a:r>
                      <a:endParaRPr lang="en-US" sz="1200" dirty="0">
                        <a:solidFill>
                          <a:schemeClr val="bg2"/>
                        </a:solidFill>
                        <a:latin typeface="Times New Roman"/>
                        <a:ea typeface="Times New Roman"/>
                      </a:endParaRP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Timestamp</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Not Null</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a:solidFill>
                            <a:schemeClr val="bg2"/>
                          </a:solidFill>
                          <a:latin typeface="Times New Roman"/>
                          <a:ea typeface="Times New Roman"/>
                        </a:rPr>
                        <a:t>Current Timestamp</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200" dirty="0">
                          <a:solidFill>
                            <a:schemeClr val="bg2"/>
                          </a:solidFill>
                          <a:latin typeface="Times New Roman"/>
                          <a:ea typeface="Times New Roman"/>
                        </a:rPr>
                        <a:t>Timestamp when the body measurements were last updated</a:t>
                      </a:r>
                    </a:p>
                  </a:txBody>
                  <a:tcPr marL="9525" marR="9525" marT="9525" marB="952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3" name="Rectangle 2"/>
          <p:cNvSpPr/>
          <p:nvPr/>
        </p:nvSpPr>
        <p:spPr>
          <a:xfrm>
            <a:off x="2667000" y="133350"/>
            <a:ext cx="2300630" cy="600164"/>
          </a:xfrm>
          <a:prstGeom prst="rect">
            <a:avLst/>
          </a:prstGeom>
          <a:noFill/>
        </p:spPr>
        <p:txBody>
          <a:bodyPr wrap="none" lIns="91440" tIns="45720" rIns="91440" bIns="45720">
            <a:spAutoFit/>
          </a:bodyPr>
          <a:lstStyle/>
          <a:p>
            <a:pPr algn="ctr"/>
            <a:r>
              <a:rPr lang="en-US" sz="3300" b="1" dirty="0" err="1" smtClean="0">
                <a:ln w="17780" cmpd="sng">
                  <a:solidFill>
                    <a:srgbClr val="FFFFFF"/>
                  </a:solidFill>
                  <a:prstDash val="solid"/>
                  <a:miter lim="800000"/>
                </a:ln>
                <a:solidFill>
                  <a:schemeClr val="tx1"/>
                </a:solidFill>
                <a:effectLst>
                  <a:outerShdw blurRad="50800" algn="tl" rotWithShape="0">
                    <a:srgbClr val="000000"/>
                  </a:outerShdw>
                </a:effectLst>
              </a:rPr>
              <a:t>body_type</a:t>
            </a:r>
            <a:endParaRPr lang="en-US" sz="3300" b="1" cap="none" spc="0" dirty="0">
              <a:ln w="17780" cmpd="sng">
                <a:solidFill>
                  <a:srgbClr val="FFFFFF"/>
                </a:solidFill>
                <a:prstDash val="solid"/>
                <a:miter lim="800000"/>
              </a:ln>
              <a:solidFill>
                <a:schemeClr val="tx1"/>
              </a:solidFill>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67000" y="133350"/>
            <a:ext cx="2696572" cy="600164"/>
          </a:xfrm>
          <a:prstGeom prst="rect">
            <a:avLst/>
          </a:prstGeom>
          <a:noFill/>
        </p:spPr>
        <p:txBody>
          <a:bodyPr wrap="none" lIns="91440" tIns="45720" rIns="91440" bIns="45720">
            <a:spAutoFit/>
          </a:bodyPr>
          <a:lstStyle/>
          <a:p>
            <a:pPr algn="ctr"/>
            <a:r>
              <a:rPr lang="en-US" sz="3300" b="1" dirty="0" err="1" smtClean="0">
                <a:ln w="17780" cmpd="sng">
                  <a:solidFill>
                    <a:srgbClr val="FFFFFF"/>
                  </a:solidFill>
                  <a:prstDash val="solid"/>
                  <a:miter lim="800000"/>
                </a:ln>
                <a:solidFill>
                  <a:schemeClr val="tx1"/>
                </a:solidFill>
                <a:effectLst>
                  <a:outerShdw blurRad="50800" algn="tl" rotWithShape="0">
                    <a:srgbClr val="000000"/>
                  </a:outerShdw>
                </a:effectLst>
              </a:rPr>
              <a:t>height_build</a:t>
            </a:r>
            <a:endParaRPr lang="en-US" sz="3300" b="1" cap="none" spc="0" dirty="0">
              <a:ln w="17780" cmpd="sng">
                <a:solidFill>
                  <a:srgbClr val="FFFFFF"/>
                </a:solidFill>
                <a:prstDash val="solid"/>
                <a:miter lim="800000"/>
              </a:ln>
              <a:solidFill>
                <a:schemeClr val="tx1"/>
              </a:solidFill>
              <a:effectLst>
                <a:outerShdw blurRad="50800" algn="tl" rotWithShape="0">
                  <a:srgbClr val="000000"/>
                </a:outerShdw>
              </a:effectLst>
            </a:endParaRPr>
          </a:p>
        </p:txBody>
      </p:sp>
      <p:graphicFrame>
        <p:nvGraphicFramePr>
          <p:cNvPr id="4" name="Table 3"/>
          <p:cNvGraphicFramePr>
            <a:graphicFrameLocks noGrp="1"/>
          </p:cNvGraphicFramePr>
          <p:nvPr/>
        </p:nvGraphicFramePr>
        <p:xfrm>
          <a:off x="381000" y="793750"/>
          <a:ext cx="8382000" cy="4104805"/>
        </p:xfrm>
        <a:graphic>
          <a:graphicData uri="http://schemas.openxmlformats.org/drawingml/2006/table">
            <a:tbl>
              <a:tblPr>
                <a:tableStyleId>{5DA37D80-6434-44D0-A028-1B22A696006F}</a:tableStyleId>
              </a:tblPr>
              <a:tblGrid>
                <a:gridCol w="1066800"/>
                <a:gridCol w="1371600"/>
                <a:gridCol w="1371600"/>
                <a:gridCol w="1524000"/>
                <a:gridCol w="1295400"/>
                <a:gridCol w="1752600"/>
              </a:tblGrid>
              <a:tr h="140047">
                <a:tc>
                  <a:txBody>
                    <a:bodyPr/>
                    <a:lstStyle/>
                    <a:p>
                      <a:pPr algn="ctr">
                        <a:spcAft>
                          <a:spcPts val="0"/>
                        </a:spcAft>
                      </a:pPr>
                      <a:r>
                        <a:rPr lang="en-US" sz="1100" dirty="0" err="1">
                          <a:solidFill>
                            <a:schemeClr val="bg2"/>
                          </a:solidFill>
                        </a:rPr>
                        <a:t>Sr</a:t>
                      </a:r>
                      <a:endParaRPr lang="en-US" sz="1100" dirty="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Field Name</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Data Type</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Constraint</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Default Value</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Description</a:t>
                      </a:r>
                      <a:endParaRPr lang="en-US" sz="1100">
                        <a:solidFill>
                          <a:schemeClr val="bg2"/>
                        </a:solidFill>
                        <a:latin typeface="Times New Roman"/>
                        <a:ea typeface="Times New Roman"/>
                      </a:endParaRPr>
                    </a:p>
                  </a:txBody>
                  <a:tcPr marL="6606" marR="6606" marT="6606" marB="6606" anchor="ctr"/>
                </a:tc>
              </a:tr>
              <a:tr h="647386">
                <a:tc>
                  <a:txBody>
                    <a:bodyPr/>
                    <a:lstStyle/>
                    <a:p>
                      <a:pPr algn="ctr">
                        <a:spcAft>
                          <a:spcPts val="0"/>
                        </a:spcAft>
                      </a:pPr>
                      <a:r>
                        <a:rPr lang="en-US" sz="1100">
                          <a:solidFill>
                            <a:schemeClr val="bg2"/>
                          </a:solidFill>
                        </a:rPr>
                        <a:t>1</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_id</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String</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Primary Key</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N/A</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Unique identifier for the physical measurement record</a:t>
                      </a:r>
                      <a:endParaRPr lang="en-US" sz="1100">
                        <a:solidFill>
                          <a:schemeClr val="bg2"/>
                        </a:solidFill>
                        <a:latin typeface="Times New Roman"/>
                        <a:ea typeface="Times New Roman"/>
                      </a:endParaRPr>
                    </a:p>
                  </a:txBody>
                  <a:tcPr marL="6606" marR="6606" marT="6606" marB="6606" anchor="ctr"/>
                </a:tc>
              </a:tr>
              <a:tr h="266882">
                <a:tc>
                  <a:txBody>
                    <a:bodyPr/>
                    <a:lstStyle/>
                    <a:p>
                      <a:pPr algn="ctr">
                        <a:spcAft>
                          <a:spcPts val="0"/>
                        </a:spcAft>
                      </a:pPr>
                      <a:r>
                        <a:rPr lang="en-US" sz="1100">
                          <a:solidFill>
                            <a:schemeClr val="bg2"/>
                          </a:solidFill>
                        </a:rPr>
                        <a:t>2</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user_id</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String</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Foreign Key</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N/A</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Reference to the user's ID</a:t>
                      </a:r>
                      <a:endParaRPr lang="en-US" sz="1100">
                        <a:solidFill>
                          <a:schemeClr val="bg2"/>
                        </a:solidFill>
                        <a:latin typeface="Times New Roman"/>
                        <a:ea typeface="Times New Roman"/>
                      </a:endParaRPr>
                    </a:p>
                  </a:txBody>
                  <a:tcPr marL="6606" marR="6606" marT="6606" marB="6606" anchor="ctr"/>
                </a:tc>
              </a:tr>
              <a:tr h="393716">
                <a:tc>
                  <a:txBody>
                    <a:bodyPr/>
                    <a:lstStyle/>
                    <a:p>
                      <a:pPr algn="ctr">
                        <a:spcAft>
                          <a:spcPts val="0"/>
                        </a:spcAft>
                      </a:pPr>
                      <a:r>
                        <a:rPr lang="en-US" sz="1100">
                          <a:solidFill>
                            <a:schemeClr val="bg2"/>
                          </a:solidFill>
                        </a:rPr>
                        <a:t>3</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dirty="0">
                          <a:solidFill>
                            <a:schemeClr val="bg2"/>
                          </a:solidFill>
                        </a:rPr>
                        <a:t>gender</a:t>
                      </a:r>
                      <a:endParaRPr lang="en-US" sz="1100" dirty="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dirty="0">
                          <a:solidFill>
                            <a:schemeClr val="bg2"/>
                          </a:solidFill>
                        </a:rPr>
                        <a:t>String</a:t>
                      </a:r>
                      <a:endParaRPr lang="en-US" sz="1100" dirty="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Not Null</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N/A</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Gender of the user (e.g., "female")</a:t>
                      </a:r>
                      <a:endParaRPr lang="en-US" sz="1100">
                        <a:solidFill>
                          <a:schemeClr val="bg2"/>
                        </a:solidFill>
                        <a:latin typeface="Times New Roman"/>
                        <a:ea typeface="Times New Roman"/>
                      </a:endParaRPr>
                    </a:p>
                  </a:txBody>
                  <a:tcPr marL="6606" marR="6606" marT="6606" marB="6606" anchor="ctr"/>
                </a:tc>
              </a:tr>
              <a:tr h="266882">
                <a:tc>
                  <a:txBody>
                    <a:bodyPr/>
                    <a:lstStyle/>
                    <a:p>
                      <a:pPr algn="ctr">
                        <a:spcAft>
                          <a:spcPts val="0"/>
                        </a:spcAft>
                      </a:pPr>
                      <a:r>
                        <a:rPr lang="en-US" sz="1100">
                          <a:solidFill>
                            <a:schemeClr val="bg2"/>
                          </a:solidFill>
                        </a:rPr>
                        <a:t>4</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footSize</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Float</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Not Null</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N/A</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Foot size of the user (in cm)</a:t>
                      </a:r>
                      <a:endParaRPr lang="en-US" sz="1100">
                        <a:solidFill>
                          <a:schemeClr val="bg2"/>
                        </a:solidFill>
                        <a:latin typeface="Times New Roman"/>
                        <a:ea typeface="Times New Roman"/>
                      </a:endParaRPr>
                    </a:p>
                  </a:txBody>
                  <a:tcPr marL="6606" marR="6606" marT="6606" marB="6606" anchor="ctr"/>
                </a:tc>
              </a:tr>
              <a:tr h="266882">
                <a:tc>
                  <a:txBody>
                    <a:bodyPr/>
                    <a:lstStyle/>
                    <a:p>
                      <a:pPr algn="ctr">
                        <a:spcAft>
                          <a:spcPts val="0"/>
                        </a:spcAft>
                      </a:pPr>
                      <a:r>
                        <a:rPr lang="en-US" sz="1100">
                          <a:solidFill>
                            <a:schemeClr val="bg2"/>
                          </a:solidFill>
                        </a:rPr>
                        <a:t>5</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height</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Float</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Not Null</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N/A</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Height of the user (in cm)</a:t>
                      </a:r>
                      <a:endParaRPr lang="en-US" sz="1100">
                        <a:solidFill>
                          <a:schemeClr val="bg2"/>
                        </a:solidFill>
                        <a:latin typeface="Times New Roman"/>
                        <a:ea typeface="Times New Roman"/>
                      </a:endParaRPr>
                    </a:p>
                  </a:txBody>
                  <a:tcPr marL="6606" marR="6606" marT="6606" marB="6606" anchor="ctr"/>
                </a:tc>
              </a:tr>
              <a:tr h="266882">
                <a:tc>
                  <a:txBody>
                    <a:bodyPr/>
                    <a:lstStyle/>
                    <a:p>
                      <a:pPr algn="ctr">
                        <a:spcAft>
                          <a:spcPts val="0"/>
                        </a:spcAft>
                      </a:pPr>
                      <a:r>
                        <a:rPr lang="en-US" sz="1100">
                          <a:solidFill>
                            <a:schemeClr val="bg2"/>
                          </a:solidFill>
                        </a:rPr>
                        <a:t>6</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weight</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Float</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Not Null</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N/A</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Weight of the user (in kg)</a:t>
                      </a:r>
                      <a:endParaRPr lang="en-US" sz="1100">
                        <a:solidFill>
                          <a:schemeClr val="bg2"/>
                        </a:solidFill>
                        <a:latin typeface="Times New Roman"/>
                        <a:ea typeface="Times New Roman"/>
                      </a:endParaRPr>
                    </a:p>
                  </a:txBody>
                  <a:tcPr marL="6606" marR="6606" marT="6606" marB="6606" anchor="ctr"/>
                </a:tc>
              </a:tr>
              <a:tr h="393716">
                <a:tc>
                  <a:txBody>
                    <a:bodyPr/>
                    <a:lstStyle/>
                    <a:p>
                      <a:pPr algn="ctr">
                        <a:spcAft>
                          <a:spcPts val="0"/>
                        </a:spcAft>
                      </a:pPr>
                      <a:r>
                        <a:rPr lang="en-US" sz="1100">
                          <a:solidFill>
                            <a:schemeClr val="bg2"/>
                          </a:solidFill>
                        </a:rPr>
                        <a:t>7</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frame</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String</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Not Null</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N/A</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dirty="0">
                          <a:solidFill>
                            <a:schemeClr val="bg2"/>
                          </a:solidFill>
                        </a:rPr>
                        <a:t>Body frame type of the user (e.g., "Small")</a:t>
                      </a:r>
                      <a:endParaRPr lang="en-US" sz="1100" dirty="0">
                        <a:solidFill>
                          <a:schemeClr val="bg2"/>
                        </a:solidFill>
                        <a:latin typeface="Times New Roman"/>
                        <a:ea typeface="Times New Roman"/>
                      </a:endParaRPr>
                    </a:p>
                  </a:txBody>
                  <a:tcPr marL="6606" marR="6606" marT="6606" marB="6606" anchor="ctr"/>
                </a:tc>
              </a:tr>
              <a:tr h="647386">
                <a:tc>
                  <a:txBody>
                    <a:bodyPr/>
                    <a:lstStyle/>
                    <a:p>
                      <a:pPr algn="ctr">
                        <a:spcAft>
                          <a:spcPts val="0"/>
                        </a:spcAft>
                      </a:pPr>
                      <a:r>
                        <a:rPr lang="en-US" sz="1100">
                          <a:solidFill>
                            <a:schemeClr val="bg2"/>
                          </a:solidFill>
                        </a:rPr>
                        <a:t>8</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created_at</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Timestamp</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Not Null</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Current Timestamp</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Timestamp when the physical measurements were recorded</a:t>
                      </a:r>
                      <a:endParaRPr lang="en-US" sz="1100">
                        <a:solidFill>
                          <a:schemeClr val="bg2"/>
                        </a:solidFill>
                        <a:latin typeface="Times New Roman"/>
                        <a:ea typeface="Times New Roman"/>
                      </a:endParaRPr>
                    </a:p>
                  </a:txBody>
                  <a:tcPr marL="6606" marR="6606" marT="6606" marB="6606" anchor="ctr"/>
                </a:tc>
              </a:tr>
              <a:tr h="774221">
                <a:tc>
                  <a:txBody>
                    <a:bodyPr/>
                    <a:lstStyle/>
                    <a:p>
                      <a:pPr algn="ctr">
                        <a:spcAft>
                          <a:spcPts val="0"/>
                        </a:spcAft>
                      </a:pPr>
                      <a:r>
                        <a:rPr lang="en-US" sz="1100">
                          <a:solidFill>
                            <a:schemeClr val="bg2"/>
                          </a:solidFill>
                        </a:rPr>
                        <a:t>9</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updated_at</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Timestamp</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Not Null</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a:solidFill>
                            <a:schemeClr val="bg2"/>
                          </a:solidFill>
                        </a:rPr>
                        <a:t>Current Timestamp</a:t>
                      </a:r>
                      <a:endParaRPr lang="en-US" sz="1100">
                        <a:solidFill>
                          <a:schemeClr val="bg2"/>
                        </a:solidFill>
                        <a:latin typeface="Times New Roman"/>
                        <a:ea typeface="Times New Roman"/>
                      </a:endParaRPr>
                    </a:p>
                  </a:txBody>
                  <a:tcPr marL="6606" marR="6606" marT="6606" marB="6606" anchor="ctr"/>
                </a:tc>
                <a:tc>
                  <a:txBody>
                    <a:bodyPr/>
                    <a:lstStyle/>
                    <a:p>
                      <a:pPr algn="ctr">
                        <a:spcAft>
                          <a:spcPts val="0"/>
                        </a:spcAft>
                      </a:pPr>
                      <a:r>
                        <a:rPr lang="en-US" sz="1100" dirty="0">
                          <a:solidFill>
                            <a:schemeClr val="bg2"/>
                          </a:solidFill>
                        </a:rPr>
                        <a:t>Timestamp when the physical measurements were last updated</a:t>
                      </a:r>
                      <a:endParaRPr lang="en-US" sz="1100" dirty="0">
                        <a:solidFill>
                          <a:schemeClr val="bg2"/>
                        </a:solidFill>
                        <a:latin typeface="Times New Roman"/>
                        <a:ea typeface="Times New Roman"/>
                      </a:endParaRPr>
                    </a:p>
                  </a:txBody>
                  <a:tcPr marL="6606" marR="6606" marT="6606" marB="6606" anchor="ct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57400" y="133350"/>
            <a:ext cx="5219699" cy="600164"/>
          </a:xfrm>
          <a:prstGeom prst="rect">
            <a:avLst/>
          </a:prstGeom>
          <a:noFill/>
        </p:spPr>
        <p:txBody>
          <a:bodyPr wrap="none" lIns="91440" tIns="45720" rIns="91440" bIns="45720">
            <a:spAutoFit/>
          </a:bodyPr>
          <a:lstStyle/>
          <a:p>
            <a:pPr algn="ctr"/>
            <a:r>
              <a:rPr lang="en-US" sz="3300" b="1" dirty="0" err="1" smtClean="0">
                <a:ln w="17780" cmpd="sng">
                  <a:solidFill>
                    <a:srgbClr val="FFFFFF"/>
                  </a:solidFill>
                  <a:prstDash val="solid"/>
                  <a:miter lim="800000"/>
                </a:ln>
                <a:solidFill>
                  <a:schemeClr val="tx1"/>
                </a:solidFill>
                <a:effectLst>
                  <a:outerShdw blurRad="50800" algn="tl" rotWithShape="0">
                    <a:srgbClr val="000000"/>
                  </a:outerShdw>
                </a:effectLst>
              </a:rPr>
              <a:t>recommendation_master</a:t>
            </a:r>
            <a:endParaRPr lang="en-US" sz="3300" b="1" cap="none" spc="0" dirty="0">
              <a:ln w="17780" cmpd="sng">
                <a:solidFill>
                  <a:srgbClr val="FFFFFF"/>
                </a:solidFill>
                <a:prstDash val="solid"/>
                <a:miter lim="800000"/>
              </a:ln>
              <a:solidFill>
                <a:schemeClr val="tx1"/>
              </a:solidFill>
              <a:effectLst>
                <a:outerShdw blurRad="50800" algn="tl" rotWithShape="0">
                  <a:srgbClr val="000000"/>
                </a:outerShdw>
              </a:effectLst>
            </a:endParaRPr>
          </a:p>
        </p:txBody>
      </p:sp>
      <p:graphicFrame>
        <p:nvGraphicFramePr>
          <p:cNvPr id="4" name="Table 3"/>
          <p:cNvGraphicFramePr>
            <a:graphicFrameLocks noGrp="1"/>
          </p:cNvGraphicFramePr>
          <p:nvPr/>
        </p:nvGraphicFramePr>
        <p:xfrm>
          <a:off x="457193" y="882612"/>
          <a:ext cx="8305806" cy="3946436"/>
        </p:xfrm>
        <a:graphic>
          <a:graphicData uri="http://schemas.openxmlformats.org/drawingml/2006/table">
            <a:tbl>
              <a:tblPr/>
              <a:tblGrid>
                <a:gridCol w="1384301"/>
                <a:gridCol w="1384301"/>
                <a:gridCol w="1384301"/>
                <a:gridCol w="1384301"/>
                <a:gridCol w="1384301"/>
                <a:gridCol w="1384301"/>
              </a:tblGrid>
              <a:tr h="121691">
                <a:tc>
                  <a:txBody>
                    <a:bodyPr/>
                    <a:lstStyle/>
                    <a:p>
                      <a:pPr algn="ctr">
                        <a:spcAft>
                          <a:spcPts val="0"/>
                        </a:spcAft>
                      </a:pPr>
                      <a:r>
                        <a:rPr lang="en-US" sz="1100" b="1" dirty="0" err="1">
                          <a:solidFill>
                            <a:schemeClr val="bg2"/>
                          </a:solidFill>
                          <a:latin typeface="Times New Roman"/>
                          <a:ea typeface="Times New Roman"/>
                        </a:rPr>
                        <a:t>Sr</a:t>
                      </a:r>
                      <a:endParaRPr lang="en-US" sz="1100" dirty="0">
                        <a:solidFill>
                          <a:schemeClr val="bg2"/>
                        </a:solidFill>
                        <a:latin typeface="Times New Roman"/>
                        <a:ea typeface="Times New Roman"/>
                      </a:endParaRP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b="1">
                          <a:solidFill>
                            <a:schemeClr val="bg2"/>
                          </a:solidFill>
                          <a:latin typeface="Times New Roman"/>
                          <a:ea typeface="Times New Roman"/>
                        </a:rPr>
                        <a:t>Field Name</a:t>
                      </a:r>
                      <a:endParaRPr lang="en-US" sz="1100">
                        <a:solidFill>
                          <a:schemeClr val="bg2"/>
                        </a:solidFill>
                        <a:latin typeface="Times New Roman"/>
                        <a:ea typeface="Times New Roman"/>
                      </a:endParaRP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b="1">
                          <a:solidFill>
                            <a:schemeClr val="bg2"/>
                          </a:solidFill>
                          <a:latin typeface="Times New Roman"/>
                          <a:ea typeface="Times New Roman"/>
                        </a:rPr>
                        <a:t>Data Type</a:t>
                      </a:r>
                      <a:endParaRPr lang="en-US" sz="1100">
                        <a:solidFill>
                          <a:schemeClr val="bg2"/>
                        </a:solidFill>
                        <a:latin typeface="Times New Roman"/>
                        <a:ea typeface="Times New Roman"/>
                      </a:endParaRP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b="1">
                          <a:solidFill>
                            <a:schemeClr val="bg2"/>
                          </a:solidFill>
                          <a:latin typeface="Times New Roman"/>
                          <a:ea typeface="Times New Roman"/>
                        </a:rPr>
                        <a:t>Constraint</a:t>
                      </a:r>
                      <a:endParaRPr lang="en-US" sz="1100">
                        <a:solidFill>
                          <a:schemeClr val="bg2"/>
                        </a:solidFill>
                        <a:latin typeface="Times New Roman"/>
                        <a:ea typeface="Times New Roman"/>
                      </a:endParaRP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b="1">
                          <a:solidFill>
                            <a:schemeClr val="bg2"/>
                          </a:solidFill>
                          <a:latin typeface="Times New Roman"/>
                          <a:ea typeface="Times New Roman"/>
                        </a:rPr>
                        <a:t>Default Value</a:t>
                      </a:r>
                      <a:endParaRPr lang="en-US" sz="1100">
                        <a:solidFill>
                          <a:schemeClr val="bg2"/>
                        </a:solidFill>
                        <a:latin typeface="Times New Roman"/>
                        <a:ea typeface="Times New Roman"/>
                      </a:endParaRP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b="1">
                          <a:solidFill>
                            <a:schemeClr val="bg2"/>
                          </a:solidFill>
                          <a:latin typeface="Times New Roman"/>
                          <a:ea typeface="Times New Roman"/>
                        </a:rPr>
                        <a:t>Description</a:t>
                      </a:r>
                      <a:endParaRPr lang="en-US" sz="1100">
                        <a:solidFill>
                          <a:schemeClr val="bg2"/>
                        </a:solidFill>
                        <a:latin typeface="Times New Roman"/>
                        <a:ea typeface="Times New Roman"/>
                      </a:endParaRP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4997">
                <a:tc>
                  <a:txBody>
                    <a:bodyPr/>
                    <a:lstStyle/>
                    <a:p>
                      <a:pPr algn="ctr">
                        <a:spcAft>
                          <a:spcPts val="0"/>
                        </a:spcAft>
                      </a:pPr>
                      <a:r>
                        <a:rPr lang="en-US" sz="1100">
                          <a:solidFill>
                            <a:schemeClr val="bg2"/>
                          </a:solidFill>
                          <a:latin typeface="Times New Roman"/>
                          <a:ea typeface="Times New Roman"/>
                        </a:rPr>
                        <a:t>1</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_id</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String</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Primary Key</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N/A</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Unique identifier for the outfit inspiration record</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4997">
                <a:tc>
                  <a:txBody>
                    <a:bodyPr/>
                    <a:lstStyle/>
                    <a:p>
                      <a:pPr algn="ctr">
                        <a:spcAft>
                          <a:spcPts val="0"/>
                        </a:spcAft>
                      </a:pPr>
                      <a:r>
                        <a:rPr lang="en-US" sz="1100" dirty="0">
                          <a:solidFill>
                            <a:schemeClr val="bg2"/>
                          </a:solidFill>
                          <a:latin typeface="Times New Roman"/>
                          <a:ea typeface="Times New Roman"/>
                        </a:rPr>
                        <a:t>2</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icon</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dirty="0">
                          <a:solidFill>
                            <a:schemeClr val="bg2"/>
                          </a:solidFill>
                          <a:latin typeface="Times New Roman"/>
                          <a:ea typeface="Times New Roman"/>
                        </a:rPr>
                        <a:t>String</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Not Null</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N/A</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Emoji representing the category or theme (e.g., "👗")</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4997">
                <a:tc>
                  <a:txBody>
                    <a:bodyPr/>
                    <a:lstStyle/>
                    <a:p>
                      <a:pPr algn="ctr">
                        <a:spcAft>
                          <a:spcPts val="0"/>
                        </a:spcAft>
                      </a:pPr>
                      <a:r>
                        <a:rPr lang="en-US" sz="1100">
                          <a:solidFill>
                            <a:schemeClr val="bg2"/>
                          </a:solidFill>
                          <a:latin typeface="Times New Roman"/>
                          <a:ea typeface="Times New Roman"/>
                        </a:rPr>
                        <a:t>3</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dirty="0">
                          <a:solidFill>
                            <a:schemeClr val="bg2"/>
                          </a:solidFill>
                          <a:latin typeface="Times New Roman"/>
                          <a:ea typeface="Times New Roman"/>
                        </a:rPr>
                        <a:t>title</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String</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Not Null</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N/A</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Title of the outfit inspiration (e.g., "Outfit Ideas")</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46263">
                <a:tc>
                  <a:txBody>
                    <a:bodyPr/>
                    <a:lstStyle/>
                    <a:p>
                      <a:pPr algn="ctr">
                        <a:spcAft>
                          <a:spcPts val="0"/>
                        </a:spcAft>
                      </a:pPr>
                      <a:r>
                        <a:rPr lang="en-US" sz="1100">
                          <a:solidFill>
                            <a:schemeClr val="bg2"/>
                          </a:solidFill>
                          <a:latin typeface="Times New Roman"/>
                          <a:ea typeface="Times New Roman"/>
                        </a:rPr>
                        <a:t>4</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desc</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String</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Not Null</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N/A</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A description or summary of the outfit ideas content</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46263">
                <a:tc>
                  <a:txBody>
                    <a:bodyPr/>
                    <a:lstStyle/>
                    <a:p>
                      <a:pPr algn="ctr">
                        <a:spcAft>
                          <a:spcPts val="0"/>
                        </a:spcAft>
                      </a:pPr>
                      <a:r>
                        <a:rPr lang="en-US" sz="1100">
                          <a:solidFill>
                            <a:schemeClr val="bg2"/>
                          </a:solidFill>
                          <a:latin typeface="Times New Roman"/>
                          <a:ea typeface="Times New Roman"/>
                        </a:rPr>
                        <a:t>5</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createdAt</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Timestamp</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dirty="0">
                          <a:solidFill>
                            <a:schemeClr val="bg2"/>
                          </a:solidFill>
                          <a:latin typeface="Times New Roman"/>
                          <a:ea typeface="Times New Roman"/>
                        </a:rPr>
                        <a:t>Not Null</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Current Timestamp</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Timestamp when the outfit inspiration was created</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46263">
                <a:tc>
                  <a:txBody>
                    <a:bodyPr/>
                    <a:lstStyle/>
                    <a:p>
                      <a:pPr algn="ctr">
                        <a:spcAft>
                          <a:spcPts val="0"/>
                        </a:spcAft>
                      </a:pPr>
                      <a:r>
                        <a:rPr lang="en-US" sz="1100">
                          <a:solidFill>
                            <a:schemeClr val="bg2"/>
                          </a:solidFill>
                          <a:latin typeface="Times New Roman"/>
                          <a:ea typeface="Times New Roman"/>
                        </a:rPr>
                        <a:t>6</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updatedAt</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Timestamp</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Not Null</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Current Timestamp</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Timestamp when the outfit inspiration was last updated</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4997">
                <a:tc>
                  <a:txBody>
                    <a:bodyPr/>
                    <a:lstStyle/>
                    <a:p>
                      <a:pPr algn="ctr">
                        <a:spcAft>
                          <a:spcPts val="0"/>
                        </a:spcAft>
                      </a:pPr>
                      <a:r>
                        <a:rPr lang="en-US" sz="1100">
                          <a:solidFill>
                            <a:schemeClr val="bg2"/>
                          </a:solidFill>
                          <a:latin typeface="Times New Roman"/>
                          <a:ea typeface="Times New Roman"/>
                        </a:rPr>
                        <a:t>7</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updated_at</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Timestamp</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Not Null</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a:solidFill>
                            <a:schemeClr val="bg2"/>
                          </a:solidFill>
                          <a:latin typeface="Times New Roman"/>
                          <a:ea typeface="Times New Roman"/>
                        </a:rPr>
                        <a:t>Current Timestamp</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100" dirty="0">
                          <a:solidFill>
                            <a:schemeClr val="bg2"/>
                          </a:solidFill>
                          <a:latin typeface="Times New Roman"/>
                          <a:ea typeface="Times New Roman"/>
                        </a:rPr>
                        <a:t>Another timestamp indicating when the record was updated</a:t>
                      </a:r>
                    </a:p>
                  </a:txBody>
                  <a:tcPr marL="6256" marR="6256" marT="6256" marB="62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57400" y="133350"/>
            <a:ext cx="4934364" cy="600164"/>
          </a:xfrm>
          <a:prstGeom prst="rect">
            <a:avLst/>
          </a:prstGeom>
          <a:noFill/>
        </p:spPr>
        <p:txBody>
          <a:bodyPr wrap="none" lIns="91440" tIns="45720" rIns="91440" bIns="45720">
            <a:spAutoFit/>
          </a:bodyPr>
          <a:lstStyle/>
          <a:p>
            <a:pPr algn="ctr"/>
            <a:r>
              <a:rPr lang="en-US" sz="3300" b="1" dirty="0" err="1" smtClean="0">
                <a:ln w="17780" cmpd="sng">
                  <a:solidFill>
                    <a:srgbClr val="FFFFFF"/>
                  </a:solidFill>
                  <a:prstDash val="solid"/>
                  <a:miter lim="800000"/>
                </a:ln>
                <a:solidFill>
                  <a:schemeClr val="tx1"/>
                </a:solidFill>
                <a:effectLst>
                  <a:outerShdw blurRad="50800" algn="tl" rotWithShape="0">
                    <a:srgbClr val="000000"/>
                  </a:outerShdw>
                </a:effectLst>
              </a:rPr>
              <a:t>recommendation_detail</a:t>
            </a:r>
            <a:endParaRPr lang="en-US" sz="3300" b="1" cap="none" spc="0" dirty="0">
              <a:ln w="17780" cmpd="sng">
                <a:solidFill>
                  <a:srgbClr val="FFFFFF"/>
                </a:solidFill>
                <a:prstDash val="solid"/>
                <a:miter lim="800000"/>
              </a:ln>
              <a:solidFill>
                <a:schemeClr val="tx1"/>
              </a:solidFill>
              <a:effectLst>
                <a:outerShdw blurRad="50800" algn="tl" rotWithShape="0">
                  <a:srgbClr val="000000"/>
                </a:outerShdw>
              </a:effectLst>
            </a:endParaRPr>
          </a:p>
        </p:txBody>
      </p:sp>
      <p:graphicFrame>
        <p:nvGraphicFramePr>
          <p:cNvPr id="4" name="Table 3"/>
          <p:cNvGraphicFramePr>
            <a:graphicFrameLocks noGrp="1"/>
          </p:cNvGraphicFramePr>
          <p:nvPr/>
        </p:nvGraphicFramePr>
        <p:xfrm>
          <a:off x="609600" y="774698"/>
          <a:ext cx="8229600" cy="4083052"/>
        </p:xfrm>
        <a:graphic>
          <a:graphicData uri="http://schemas.openxmlformats.org/drawingml/2006/table">
            <a:tbl>
              <a:tblPr/>
              <a:tblGrid>
                <a:gridCol w="1371600"/>
                <a:gridCol w="1371600"/>
                <a:gridCol w="1371600"/>
                <a:gridCol w="1371600"/>
                <a:gridCol w="1371600"/>
                <a:gridCol w="1371600"/>
              </a:tblGrid>
              <a:tr h="118145">
                <a:tc>
                  <a:txBody>
                    <a:bodyPr/>
                    <a:lstStyle/>
                    <a:p>
                      <a:pPr algn="ctr">
                        <a:spcAft>
                          <a:spcPts val="0"/>
                        </a:spcAft>
                      </a:pPr>
                      <a:r>
                        <a:rPr lang="en-US" sz="700" b="1">
                          <a:solidFill>
                            <a:schemeClr val="bg2"/>
                          </a:solidFill>
                          <a:latin typeface="Times New Roman"/>
                          <a:ea typeface="Times New Roman"/>
                        </a:rPr>
                        <a:t>Sr</a:t>
                      </a:r>
                      <a:endParaRPr lang="en-US" sz="700">
                        <a:solidFill>
                          <a:schemeClr val="bg2"/>
                        </a:solidFill>
                        <a:latin typeface="Times New Roman"/>
                        <a:ea typeface="Times New Roman"/>
                      </a:endParaRP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b="1">
                          <a:solidFill>
                            <a:schemeClr val="bg2"/>
                          </a:solidFill>
                          <a:latin typeface="Times New Roman"/>
                          <a:ea typeface="Times New Roman"/>
                        </a:rPr>
                        <a:t>Field Name</a:t>
                      </a:r>
                      <a:endParaRPr lang="en-US" sz="700">
                        <a:solidFill>
                          <a:schemeClr val="bg2"/>
                        </a:solidFill>
                        <a:latin typeface="Times New Roman"/>
                        <a:ea typeface="Times New Roman"/>
                      </a:endParaRP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b="1">
                          <a:solidFill>
                            <a:schemeClr val="bg2"/>
                          </a:solidFill>
                          <a:latin typeface="Times New Roman"/>
                          <a:ea typeface="Times New Roman"/>
                        </a:rPr>
                        <a:t>Data Type</a:t>
                      </a:r>
                      <a:endParaRPr lang="en-US" sz="700">
                        <a:solidFill>
                          <a:schemeClr val="bg2"/>
                        </a:solidFill>
                        <a:latin typeface="Times New Roman"/>
                        <a:ea typeface="Times New Roman"/>
                      </a:endParaRP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b="1">
                          <a:solidFill>
                            <a:schemeClr val="bg2"/>
                          </a:solidFill>
                          <a:latin typeface="Times New Roman"/>
                          <a:ea typeface="Times New Roman"/>
                        </a:rPr>
                        <a:t>Constraint</a:t>
                      </a:r>
                      <a:endParaRPr lang="en-US" sz="700">
                        <a:solidFill>
                          <a:schemeClr val="bg2"/>
                        </a:solidFill>
                        <a:latin typeface="Times New Roman"/>
                        <a:ea typeface="Times New Roman"/>
                      </a:endParaRP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b="1" dirty="0">
                          <a:solidFill>
                            <a:schemeClr val="bg2"/>
                          </a:solidFill>
                          <a:latin typeface="Times New Roman"/>
                          <a:ea typeface="Times New Roman"/>
                        </a:rPr>
                        <a:t>Default Value</a:t>
                      </a:r>
                      <a:endParaRPr lang="en-US" sz="700" dirty="0">
                        <a:solidFill>
                          <a:schemeClr val="bg2"/>
                        </a:solidFill>
                        <a:latin typeface="Times New Roman"/>
                        <a:ea typeface="Times New Roman"/>
                      </a:endParaRP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b="1">
                          <a:solidFill>
                            <a:schemeClr val="bg2"/>
                          </a:solidFill>
                          <a:latin typeface="Times New Roman"/>
                          <a:ea typeface="Times New Roman"/>
                        </a:rPr>
                        <a:t>Description</a:t>
                      </a:r>
                      <a:endParaRPr lang="en-US" sz="700">
                        <a:solidFill>
                          <a:schemeClr val="bg2"/>
                        </a:solidFill>
                        <a:latin typeface="Times New Roman"/>
                        <a:ea typeface="Times New Roman"/>
                      </a:endParaRP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8586">
                <a:tc>
                  <a:txBody>
                    <a:bodyPr/>
                    <a:lstStyle/>
                    <a:p>
                      <a:pPr algn="ctr">
                        <a:spcAft>
                          <a:spcPts val="0"/>
                        </a:spcAft>
                      </a:pPr>
                      <a:r>
                        <a:rPr lang="en-US" sz="700">
                          <a:solidFill>
                            <a:schemeClr val="bg2"/>
                          </a:solidFill>
                          <a:latin typeface="Times New Roman"/>
                          <a:ea typeface="Times New Roman"/>
                        </a:rPr>
                        <a:t>1</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_id</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Primary Key</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Unique identifier for the outfit recommendation</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8586">
                <a:tc>
                  <a:txBody>
                    <a:bodyPr/>
                    <a:lstStyle/>
                    <a:p>
                      <a:pPr algn="ctr">
                        <a:spcAft>
                          <a:spcPts val="0"/>
                        </a:spcAft>
                      </a:pPr>
                      <a:r>
                        <a:rPr lang="en-US" sz="700">
                          <a:solidFill>
                            <a:schemeClr val="bg2"/>
                          </a:solidFill>
                          <a:latin typeface="Times New Roman"/>
                          <a:ea typeface="Times New Roman"/>
                        </a:rPr>
                        <a:t>2</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recommendationId</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Foreign Key</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Reference to the related </a:t>
                      </a:r>
                      <a:r>
                        <a:rPr lang="en-US" sz="700" b="1">
                          <a:solidFill>
                            <a:schemeClr val="bg2"/>
                          </a:solidFill>
                          <a:latin typeface="Times New Roman"/>
                          <a:ea typeface="Times New Roman"/>
                        </a:rPr>
                        <a:t>outfit inspiration</a:t>
                      </a:r>
                      <a:r>
                        <a:rPr lang="en-US" sz="700">
                          <a:solidFill>
                            <a:schemeClr val="bg2"/>
                          </a:solidFill>
                          <a:latin typeface="Times New Roman"/>
                          <a:ea typeface="Times New Roman"/>
                        </a:rPr>
                        <a:t> record</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8128">
                <a:tc>
                  <a:txBody>
                    <a:bodyPr/>
                    <a:lstStyle/>
                    <a:p>
                      <a:pPr algn="ctr">
                        <a:spcAft>
                          <a:spcPts val="0"/>
                        </a:spcAft>
                      </a:pPr>
                      <a:r>
                        <a:rPr lang="en-US" sz="700">
                          <a:solidFill>
                            <a:schemeClr val="bg2"/>
                          </a:solidFill>
                          <a:latin typeface="Times New Roman"/>
                          <a:ea typeface="Times New Roman"/>
                        </a:rPr>
                        <a:t>3</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category</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Category of the recommendation (e.g., "Outfit Ideas")</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8586">
                <a:tc>
                  <a:txBody>
                    <a:bodyPr/>
                    <a:lstStyle/>
                    <a:p>
                      <a:pPr algn="ctr">
                        <a:spcAft>
                          <a:spcPts val="0"/>
                        </a:spcAft>
                      </a:pPr>
                      <a:r>
                        <a:rPr lang="en-US" sz="700">
                          <a:solidFill>
                            <a:schemeClr val="bg2"/>
                          </a:solidFill>
                          <a:latin typeface="Times New Roman"/>
                          <a:ea typeface="Times New Roman"/>
                        </a:rPr>
                        <a:t>4</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icon</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Emoji representing the category or theme (e.g., "👗")</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0927">
                <a:tc>
                  <a:txBody>
                    <a:bodyPr/>
                    <a:lstStyle/>
                    <a:p>
                      <a:pPr algn="ctr">
                        <a:spcAft>
                          <a:spcPts val="0"/>
                        </a:spcAft>
                      </a:pPr>
                      <a:r>
                        <a:rPr lang="en-US" sz="700">
                          <a:solidFill>
                            <a:schemeClr val="bg2"/>
                          </a:solidFill>
                          <a:latin typeface="Times New Roman"/>
                          <a:ea typeface="Times New Roman"/>
                        </a:rPr>
                        <a:t>5</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name</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Name or title of the outfit recommendation (e.g., "Casual Daywear")</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8586">
                <a:tc>
                  <a:txBody>
                    <a:bodyPr/>
                    <a:lstStyle/>
                    <a:p>
                      <a:pPr algn="ctr">
                        <a:spcAft>
                          <a:spcPts val="0"/>
                        </a:spcAft>
                      </a:pPr>
                      <a:r>
                        <a:rPr lang="en-US" sz="700">
                          <a:solidFill>
                            <a:schemeClr val="bg2"/>
                          </a:solidFill>
                          <a:latin typeface="Times New Roman"/>
                          <a:ea typeface="Times New Roman"/>
                        </a:rPr>
                        <a:t>6</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img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dirty="0">
                          <a:solidFill>
                            <a:schemeClr val="bg2"/>
                          </a:solidFill>
                          <a:latin typeface="Times New Roman"/>
                          <a:ea typeface="Times New Roman"/>
                        </a:rPr>
                        <a:t>Optional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Image URL or path for the outfit recommendation</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8128">
                <a:tc>
                  <a:txBody>
                    <a:bodyPr/>
                    <a:lstStyle/>
                    <a:p>
                      <a:pPr algn="ctr">
                        <a:spcAft>
                          <a:spcPts val="0"/>
                        </a:spcAft>
                      </a:pPr>
                      <a:r>
                        <a:rPr lang="en-US" sz="700">
                          <a:solidFill>
                            <a:schemeClr val="bg2"/>
                          </a:solidFill>
                          <a:latin typeface="Times New Roman"/>
                          <a:ea typeface="Times New Roman"/>
                        </a:rPr>
                        <a:t>7</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desc</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Description of the outfit recommendation</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8586">
                <a:tc>
                  <a:txBody>
                    <a:bodyPr/>
                    <a:lstStyle/>
                    <a:p>
                      <a:pPr algn="ctr">
                        <a:spcAft>
                          <a:spcPts val="0"/>
                        </a:spcAft>
                      </a:pPr>
                      <a:r>
                        <a:rPr lang="en-US" sz="700">
                          <a:solidFill>
                            <a:schemeClr val="bg2"/>
                          </a:solidFill>
                          <a:latin typeface="Times New Roman"/>
                          <a:ea typeface="Times New Roman"/>
                        </a:rPr>
                        <a:t>8</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gender</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dirty="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Gender for which the outfit is recommended (e.g., "female")</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9501">
                <a:tc>
                  <a:txBody>
                    <a:bodyPr/>
                    <a:lstStyle/>
                    <a:p>
                      <a:pPr algn="ctr">
                        <a:spcAft>
                          <a:spcPts val="0"/>
                        </a:spcAft>
                      </a:pPr>
                      <a:r>
                        <a:rPr lang="en-US" sz="700">
                          <a:solidFill>
                            <a:schemeClr val="bg2"/>
                          </a:solidFill>
                          <a:latin typeface="Times New Roman"/>
                          <a:ea typeface="Times New Roman"/>
                        </a:rPr>
                        <a:t>9</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bodyType</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Array (String)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List of body types suitable for the outfit (e.g., ["Hourglass", "Petite", "Tall"])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8128">
                <a:tc>
                  <a:txBody>
                    <a:bodyPr/>
                    <a:lstStyle/>
                    <a:p>
                      <a:pPr algn="ctr">
                        <a:spcAft>
                          <a:spcPts val="0"/>
                        </a:spcAft>
                      </a:pPr>
                      <a:r>
                        <a:rPr lang="en-US" sz="700">
                          <a:solidFill>
                            <a:schemeClr val="bg2"/>
                          </a:solidFill>
                          <a:latin typeface="Times New Roman"/>
                          <a:ea typeface="Times New Roman"/>
                        </a:rPr>
                        <a:t>10</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occasion</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The occasion for which the outfit is suited (e.g., "casual")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9536">
                <a:tc>
                  <a:txBody>
                    <a:bodyPr/>
                    <a:lstStyle/>
                    <a:p>
                      <a:pPr algn="ctr">
                        <a:spcAft>
                          <a:spcPts val="0"/>
                        </a:spcAft>
                      </a:pPr>
                      <a:r>
                        <a:rPr lang="en-US" sz="700">
                          <a:solidFill>
                            <a:schemeClr val="bg2"/>
                          </a:solidFill>
                          <a:latin typeface="Times New Roman"/>
                          <a:ea typeface="Times New Roman"/>
                        </a:rPr>
                        <a:t>11</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footwearPairing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Array (String)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List of footwear options that pair with the outfit</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9043">
                <a:tc>
                  <a:txBody>
                    <a:bodyPr/>
                    <a:lstStyle/>
                    <a:p>
                      <a:pPr algn="ctr">
                        <a:spcAft>
                          <a:spcPts val="0"/>
                        </a:spcAft>
                      </a:pPr>
                      <a:r>
                        <a:rPr lang="en-US" sz="700">
                          <a:solidFill>
                            <a:schemeClr val="bg2"/>
                          </a:solidFill>
                          <a:latin typeface="Times New Roman"/>
                          <a:ea typeface="Times New Roman"/>
                        </a:rPr>
                        <a:t>12</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season</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Array (String)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List of seasons when the outfit is appropriate (e.g., ["Summer", "Fall"])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8586">
                <a:tc>
                  <a:txBody>
                    <a:bodyPr/>
                    <a:lstStyle/>
                    <a:p>
                      <a:pPr algn="ctr">
                        <a:spcAft>
                          <a:spcPts val="0"/>
                        </a:spcAft>
                      </a:pPr>
                      <a:r>
                        <a:rPr lang="en-US" sz="700">
                          <a:solidFill>
                            <a:schemeClr val="bg2"/>
                          </a:solidFill>
                          <a:latin typeface="Times New Roman"/>
                          <a:ea typeface="Times New Roman"/>
                        </a:rPr>
                        <a:t>13</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accessories</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Array (String)</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Not Null</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a:solidFill>
                            <a:schemeClr val="bg2"/>
                          </a:solidFill>
                          <a:latin typeface="Times New Roman"/>
                          <a:ea typeface="Times New Roman"/>
                        </a:rPr>
                        <a:t>N/A</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700" dirty="0">
                          <a:solidFill>
                            <a:schemeClr val="bg2"/>
                          </a:solidFill>
                          <a:latin typeface="Times New Roman"/>
                          <a:ea typeface="Times New Roman"/>
                        </a:rPr>
                        <a:t>List of recommended accessories to pair with the outfit</a:t>
                      </a:r>
                    </a:p>
                  </a:txBody>
                  <a:tcPr marL="3234" marR="3234" marT="3234" marB="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85800" y="1226820"/>
          <a:ext cx="7696199" cy="3680460"/>
        </p:xfrm>
        <a:graphic>
          <a:graphicData uri="http://schemas.openxmlformats.org/drawingml/2006/table">
            <a:tbl>
              <a:tblPr/>
              <a:tblGrid>
                <a:gridCol w="1099457"/>
                <a:gridCol w="1099457"/>
                <a:gridCol w="1099457"/>
                <a:gridCol w="1099457"/>
                <a:gridCol w="1099457"/>
                <a:gridCol w="1099457"/>
                <a:gridCol w="1099457"/>
              </a:tblGrid>
              <a:tr h="0">
                <a:tc>
                  <a:txBody>
                    <a:bodyPr/>
                    <a:lstStyle/>
                    <a:p>
                      <a:pPr algn="ctr">
                        <a:spcAft>
                          <a:spcPts val="0"/>
                        </a:spcAft>
                      </a:pPr>
                      <a:r>
                        <a:rPr lang="en-US" sz="1300" b="1">
                          <a:solidFill>
                            <a:schemeClr val="bg2"/>
                          </a:solidFill>
                          <a:latin typeface="Times New Roman"/>
                          <a:ea typeface="Times New Roman"/>
                        </a:rPr>
                        <a:t>Sr</a:t>
                      </a:r>
                      <a:endParaRPr lang="en-US" sz="13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b="1">
                          <a:solidFill>
                            <a:schemeClr val="bg2"/>
                          </a:solidFill>
                          <a:latin typeface="Times New Roman"/>
                          <a:ea typeface="Times New Roman"/>
                        </a:rPr>
                        <a:t>Field Name</a:t>
                      </a:r>
                      <a:endParaRPr lang="en-US" sz="13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b="1">
                          <a:solidFill>
                            <a:schemeClr val="bg2"/>
                          </a:solidFill>
                          <a:latin typeface="Times New Roman"/>
                          <a:ea typeface="Times New Roman"/>
                        </a:rPr>
                        <a:t>Data Type</a:t>
                      </a:r>
                      <a:endParaRPr lang="en-US" sz="13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b="1">
                          <a:solidFill>
                            <a:schemeClr val="bg2"/>
                          </a:solidFill>
                          <a:latin typeface="Times New Roman"/>
                          <a:ea typeface="Times New Roman"/>
                        </a:rPr>
                        <a:t>Constraint</a:t>
                      </a:r>
                      <a:endParaRPr lang="en-US" sz="13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b="1">
                          <a:solidFill>
                            <a:schemeClr val="bg2"/>
                          </a:solidFill>
                          <a:latin typeface="Times New Roman"/>
                          <a:ea typeface="Times New Roman"/>
                        </a:rPr>
                        <a:t>Default Value</a:t>
                      </a:r>
                      <a:endParaRPr lang="en-US" sz="13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b="1">
                          <a:solidFill>
                            <a:schemeClr val="bg2"/>
                          </a:solidFill>
                          <a:latin typeface="Times New Roman"/>
                          <a:ea typeface="Times New Roman"/>
                        </a:rPr>
                        <a:t>Description</a:t>
                      </a:r>
                      <a:endParaRPr lang="en-US" sz="13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b="1">
                          <a:solidFill>
                            <a:schemeClr val="bg2"/>
                          </a:solidFill>
                          <a:latin typeface="Times New Roman"/>
                          <a:ea typeface="Times New Roman"/>
                        </a:rPr>
                        <a:t>Sr</a:t>
                      </a:r>
                      <a:endParaRPr lang="en-US" sz="1300">
                        <a:solidFill>
                          <a:schemeClr val="bg2"/>
                        </a:solidFill>
                        <a:latin typeface="Times New Roman"/>
                        <a:ea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1300">
                          <a:solidFill>
                            <a:schemeClr val="bg2"/>
                          </a:solidFill>
                          <a:latin typeface="Times New Roman"/>
                          <a:ea typeface="Times New Roman"/>
                        </a:rPr>
                        <a:t>1</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_id</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String</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Primary Key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Unique identifier for the contact</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1</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1300">
                          <a:solidFill>
                            <a:schemeClr val="bg2"/>
                          </a:solidFill>
                          <a:latin typeface="Times New Roman"/>
                          <a:ea typeface="Times New Roman"/>
                        </a:rPr>
                        <a:t>2</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name</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String</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Not Null</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Name of the person contacting</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2</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1300">
                          <a:solidFill>
                            <a:schemeClr val="bg2"/>
                          </a:solidFill>
                          <a:latin typeface="Times New Roman"/>
                          <a:ea typeface="Times New Roman"/>
                        </a:rPr>
                        <a:t>3</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email</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String</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Not Null, Unique</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Email address of the person contacting</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3</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1300">
                          <a:solidFill>
                            <a:schemeClr val="bg2"/>
                          </a:solidFill>
                          <a:latin typeface="Times New Roman"/>
                          <a:ea typeface="Times New Roman"/>
                        </a:rPr>
                        <a:t>4</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message</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String</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Not Null</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N/A</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Message content provided by the person</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4</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1300">
                          <a:solidFill>
                            <a:schemeClr val="bg2"/>
                          </a:solidFill>
                          <a:latin typeface="Times New Roman"/>
                          <a:ea typeface="Times New Roman"/>
                        </a:rPr>
                        <a:t>5</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createdAt</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Timestamp</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Not Null</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Current Timestamp</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a:solidFill>
                            <a:schemeClr val="bg2"/>
                          </a:solidFill>
                          <a:latin typeface="Times New Roman"/>
                          <a:ea typeface="Times New Roman"/>
                        </a:rPr>
                        <a:t>Timestamp when the contact message was created</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300" dirty="0">
                          <a:solidFill>
                            <a:schemeClr val="bg2"/>
                          </a:solidFill>
                          <a:latin typeface="Times New Roman"/>
                          <a:ea typeface="Times New Roman"/>
                        </a:rPr>
                        <a:t>5</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Rectangle 2"/>
          <p:cNvSpPr/>
          <p:nvPr/>
        </p:nvSpPr>
        <p:spPr>
          <a:xfrm>
            <a:off x="3491714" y="447586"/>
            <a:ext cx="1689886" cy="600164"/>
          </a:xfrm>
          <a:prstGeom prst="rect">
            <a:avLst/>
          </a:prstGeom>
          <a:noFill/>
        </p:spPr>
        <p:txBody>
          <a:bodyPr wrap="none" lIns="91440" tIns="45720" rIns="91440" bIns="45720">
            <a:spAutoFit/>
          </a:bodyPr>
          <a:lstStyle/>
          <a:p>
            <a:pPr algn="ctr"/>
            <a:r>
              <a:rPr lang="en-US" sz="3300" b="1" dirty="0" smtClean="0">
                <a:ln w="17780" cmpd="sng">
                  <a:solidFill>
                    <a:srgbClr val="FFFFFF"/>
                  </a:solidFill>
                  <a:prstDash val="solid"/>
                  <a:miter lim="800000"/>
                </a:ln>
                <a:solidFill>
                  <a:schemeClr val="tx1"/>
                </a:solidFill>
                <a:effectLst>
                  <a:outerShdw blurRad="50800" algn="tl" rotWithShape="0">
                    <a:srgbClr val="000000"/>
                  </a:outerShdw>
                </a:effectLst>
              </a:rPr>
              <a:t>contact</a:t>
            </a:r>
            <a:endParaRPr lang="en-US" sz="3300" b="1" cap="none" spc="0" dirty="0">
              <a:ln w="17780" cmpd="sng">
                <a:solidFill>
                  <a:srgbClr val="FFFFFF"/>
                </a:solidFill>
                <a:prstDash val="solid"/>
                <a:miter lim="800000"/>
              </a:ln>
              <a:solidFill>
                <a:schemeClr val="tx1"/>
              </a:solidFill>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cxnSp>
        <p:nvCxnSpPr>
          <p:cNvPr id="318" name="Google Shape;318;p47"/>
          <p:cNvCxnSpPr/>
          <p:nvPr/>
        </p:nvCxnSpPr>
        <p:spPr>
          <a:xfrm>
            <a:off x="4427575" y="3688600"/>
            <a:ext cx="1715700" cy="0"/>
          </a:xfrm>
          <a:prstGeom prst="straightConnector1">
            <a:avLst/>
          </a:prstGeom>
          <a:noFill/>
          <a:ln w="9525" cap="flat" cmpd="sng">
            <a:solidFill>
              <a:schemeClr val="dk2"/>
            </a:solidFill>
            <a:prstDash val="solid"/>
            <a:round/>
            <a:headEnd type="none" w="med" len="med"/>
            <a:tailEnd type="none" w="med" len="med"/>
          </a:ln>
        </p:spPr>
      </p:cxnSp>
      <p:sp>
        <p:nvSpPr>
          <p:cNvPr id="319" name="Google Shape;319;p47"/>
          <p:cNvSpPr txBox="1">
            <a:spLocks noGrp="1"/>
          </p:cNvSpPr>
          <p:nvPr>
            <p:ph type="body" idx="1"/>
          </p:nvPr>
        </p:nvSpPr>
        <p:spPr>
          <a:xfrm>
            <a:off x="4295400" y="539500"/>
            <a:ext cx="4270500" cy="292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500" dirty="0" smtClean="0"/>
              <a:t>A VISUAL</a:t>
            </a:r>
          </a:p>
          <a:p>
            <a:pPr marL="0" lvl="0" indent="0" algn="l" rtl="0">
              <a:spcBef>
                <a:spcPts val="0"/>
              </a:spcBef>
              <a:spcAft>
                <a:spcPts val="0"/>
              </a:spcAft>
              <a:buNone/>
            </a:pPr>
            <a:r>
              <a:rPr lang="en" sz="4500" dirty="0" smtClean="0">
                <a:solidFill>
                  <a:schemeClr val="dk2"/>
                </a:solidFill>
              </a:rPr>
              <a:t>UI DISPLAY </a:t>
            </a:r>
            <a:endParaRPr lang="en" sz="4500" dirty="0" smtClean="0"/>
          </a:p>
          <a:p>
            <a:pPr marL="0" lvl="0" indent="0" algn="l" rtl="0">
              <a:spcBef>
                <a:spcPts val="0"/>
              </a:spcBef>
              <a:spcAft>
                <a:spcPts val="0"/>
              </a:spcAft>
              <a:buNone/>
            </a:pPr>
            <a:r>
              <a:rPr lang="en" sz="4500" dirty="0" smtClean="0"/>
              <a:t>OF CURIO</a:t>
            </a:r>
            <a:endParaRPr sz="4500"/>
          </a:p>
        </p:txBody>
      </p:sp>
      <p:pic>
        <p:nvPicPr>
          <p:cNvPr id="4" name="Google Shape;304;p45"/>
          <p:cNvPicPr preferRelativeResize="0"/>
          <p:nvPr/>
        </p:nvPicPr>
        <p:blipFill rotWithShape="1">
          <a:blip r:embed="rId3">
            <a:alphaModFix/>
          </a:blip>
          <a:srcRect l="680" r="680"/>
          <a:stretch/>
        </p:blipFill>
        <p:spPr>
          <a:xfrm>
            <a:off x="381000" y="-318876"/>
            <a:ext cx="3641600" cy="5462376"/>
          </a:xfrm>
          <a:prstGeom prst="rect">
            <a:avLst/>
          </a:prstGeom>
          <a:noFill/>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24200" y="1885950"/>
            <a:ext cx="2954656"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solidFill>
                  <a:schemeClr val="bg2"/>
                </a:solidFill>
                <a:effectLst>
                  <a:outerShdw blurRad="50800" algn="tl" rotWithShape="0">
                    <a:srgbClr val="000000"/>
                  </a:outerShdw>
                </a:effectLst>
              </a:rPr>
              <a:t>VISITOR</a:t>
            </a:r>
            <a:endParaRPr lang="en-US" sz="5400" b="1" cap="none" spc="0" dirty="0">
              <a:ln w="17780" cmpd="sng">
                <a:solidFill>
                  <a:srgbClr val="FFFFFF"/>
                </a:solidFill>
                <a:prstDash val="solid"/>
                <a:miter lim="800000"/>
              </a:ln>
              <a:solidFill>
                <a:schemeClr val="bg2"/>
              </a:solidFill>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ChangeAspect="1" noChangeArrowheads="1"/>
          </p:cNvPicPr>
          <p:nvPr/>
        </p:nvPicPr>
        <p:blipFill>
          <a:blip r:embed="rId2"/>
          <a:srcRect/>
          <a:stretch>
            <a:fillRect/>
          </a:stretch>
        </p:blipFill>
        <p:spPr bwMode="auto">
          <a:xfrm>
            <a:off x="0" y="-186568"/>
            <a:ext cx="9221788" cy="5330068"/>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2"/>
          <p:cNvPicPr>
            <a:picLocks noChangeAspect="1" noChangeArrowheads="1"/>
          </p:cNvPicPr>
          <p:nvPr/>
        </p:nvPicPr>
        <p:blipFill>
          <a:blip r:embed="rId2"/>
          <a:srcRect/>
          <a:stretch>
            <a:fillRect/>
          </a:stretch>
        </p:blipFill>
        <p:spPr bwMode="auto">
          <a:xfrm>
            <a:off x="1828800" y="514350"/>
            <a:ext cx="5672138" cy="414197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p:cNvPicPr>
            <a:picLocks noChangeAspect="1" noChangeArrowheads="1"/>
          </p:cNvPicPr>
          <p:nvPr/>
        </p:nvPicPr>
        <p:blipFill>
          <a:blip r:embed="rId2"/>
          <a:srcRect/>
          <a:stretch>
            <a:fillRect/>
          </a:stretch>
        </p:blipFill>
        <p:spPr bwMode="auto">
          <a:xfrm>
            <a:off x="1905000" y="209550"/>
            <a:ext cx="5100638" cy="461463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p:cNvPicPr>
            <a:picLocks noChangeAspect="1" noChangeArrowheads="1"/>
          </p:cNvPicPr>
          <p:nvPr/>
        </p:nvPicPr>
        <p:blipFill>
          <a:blip r:embed="rId2"/>
          <a:srcRect/>
          <a:stretch>
            <a:fillRect/>
          </a:stretch>
        </p:blipFill>
        <p:spPr bwMode="auto">
          <a:xfrm>
            <a:off x="457200" y="590550"/>
            <a:ext cx="8278813" cy="38420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cstate="print"/>
          <a:srcRect/>
          <a:stretch>
            <a:fillRect/>
          </a:stretch>
        </p:blipFill>
        <p:spPr bwMode="auto">
          <a:xfrm>
            <a:off x="457200" y="514350"/>
            <a:ext cx="8153400"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762000" y="666750"/>
            <a:ext cx="7696200"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533400" y="666750"/>
            <a:ext cx="8001000" cy="3581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838200" y="819150"/>
            <a:ext cx="7543800" cy="3505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685800" y="514350"/>
            <a:ext cx="7924800"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685800" y="438150"/>
            <a:ext cx="8001000"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1600200" y="286022"/>
            <a:ext cx="5943600" cy="457145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609600" y="361950"/>
            <a:ext cx="8077200" cy="3962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609600" y="514350"/>
            <a:ext cx="7924800"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838200" y="590550"/>
            <a:ext cx="7543800"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2"/>
          <a:srcRect/>
          <a:stretch>
            <a:fillRect/>
          </a:stretch>
        </p:blipFill>
        <p:spPr bwMode="auto">
          <a:xfrm>
            <a:off x="1066800" y="514350"/>
            <a:ext cx="7162800" cy="4190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24200" y="1885950"/>
            <a:ext cx="2569934"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solidFill>
                  <a:schemeClr val="bg2"/>
                </a:solidFill>
                <a:effectLst>
                  <a:outerShdw blurRad="50800" algn="tl" rotWithShape="0">
                    <a:srgbClr val="000000"/>
                  </a:outerShdw>
                </a:effectLst>
              </a:rPr>
              <a:t>USERS</a:t>
            </a:r>
            <a:endParaRPr lang="en-US" sz="5400" b="1" cap="none" spc="0" dirty="0">
              <a:ln w="17780" cmpd="sng">
                <a:solidFill>
                  <a:srgbClr val="FFFFFF"/>
                </a:solidFill>
                <a:prstDash val="solid"/>
                <a:miter lim="800000"/>
              </a:ln>
              <a:solidFill>
                <a:schemeClr val="bg2"/>
              </a:solidFill>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14" descr="localhost_3000_user-face-style(iPad Pro) (1).png"/>
          <p:cNvPicPr>
            <a:picLocks noChangeAspect="1" noChangeArrowheads="1"/>
          </p:cNvPicPr>
          <p:nvPr/>
        </p:nvPicPr>
        <p:blipFill>
          <a:blip r:embed="rId2"/>
          <a:srcRect b="37233"/>
          <a:stretch>
            <a:fillRect/>
          </a:stretch>
        </p:blipFill>
        <p:spPr bwMode="auto">
          <a:xfrm>
            <a:off x="914400" y="361950"/>
            <a:ext cx="7315200" cy="419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13" descr="localhost_3000_user-face-style(iPad Pro) (2).png"/>
          <p:cNvPicPr>
            <a:picLocks noChangeAspect="1" noChangeArrowheads="1"/>
          </p:cNvPicPr>
          <p:nvPr/>
        </p:nvPicPr>
        <p:blipFill>
          <a:blip r:embed="rId2"/>
          <a:srcRect/>
          <a:stretch>
            <a:fillRect/>
          </a:stretch>
        </p:blipFill>
        <p:spPr bwMode="auto">
          <a:xfrm>
            <a:off x="1447800" y="285750"/>
            <a:ext cx="6781800"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2"/>
          <a:srcRect/>
          <a:stretch>
            <a:fillRect/>
          </a:stretch>
        </p:blipFill>
        <p:spPr bwMode="auto">
          <a:xfrm>
            <a:off x="685800" y="666750"/>
            <a:ext cx="8077200" cy="3858184"/>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2"/>
          <a:srcRect/>
          <a:stretch>
            <a:fillRect/>
          </a:stretch>
        </p:blipFill>
        <p:spPr bwMode="auto">
          <a:xfrm>
            <a:off x="-457200" y="0"/>
            <a:ext cx="10288588" cy="4468680"/>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2"/>
          <a:srcRect/>
          <a:stretch>
            <a:fillRect/>
          </a:stretch>
        </p:blipFill>
        <p:spPr bwMode="auto">
          <a:xfrm>
            <a:off x="-1066800" y="0"/>
            <a:ext cx="11998325" cy="5322340"/>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noChangeArrowheads="1"/>
          </p:cNvPicPr>
          <p:nvPr/>
        </p:nvPicPr>
        <p:blipFill>
          <a:blip r:embed="rId2"/>
          <a:srcRect/>
          <a:stretch>
            <a:fillRect/>
          </a:stretch>
        </p:blipFill>
        <p:spPr bwMode="auto">
          <a:xfrm>
            <a:off x="685800" y="819150"/>
            <a:ext cx="7869238" cy="3448732"/>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8" descr="localhost_3000_user-face-style(iPad Pro) (7).png"/>
          <p:cNvPicPr>
            <a:picLocks noChangeAspect="1" noChangeArrowheads="1"/>
          </p:cNvPicPr>
          <p:nvPr/>
        </p:nvPicPr>
        <p:blipFill>
          <a:blip r:embed="rId2"/>
          <a:srcRect/>
          <a:stretch>
            <a:fillRect/>
          </a:stretch>
        </p:blipFill>
        <p:spPr bwMode="auto">
          <a:xfrm>
            <a:off x="1066800" y="438150"/>
            <a:ext cx="7391400" cy="419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p:cNvPicPr>
            <a:picLocks noChangeAspect="1" noChangeArrowheads="1"/>
          </p:cNvPicPr>
          <p:nvPr/>
        </p:nvPicPr>
        <p:blipFill>
          <a:blip r:embed="rId2"/>
          <a:srcRect/>
          <a:stretch>
            <a:fillRect/>
          </a:stretch>
        </p:blipFill>
        <p:spPr bwMode="auto">
          <a:xfrm>
            <a:off x="1219200" y="285750"/>
            <a:ext cx="6276975" cy="4455917"/>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noChangeArrowheads="1"/>
          </p:cNvPicPr>
          <p:nvPr/>
        </p:nvPicPr>
        <p:blipFill>
          <a:blip r:embed="rId2"/>
          <a:srcRect/>
          <a:stretch>
            <a:fillRect/>
          </a:stretch>
        </p:blipFill>
        <p:spPr bwMode="auto">
          <a:xfrm>
            <a:off x="1524000" y="277922"/>
            <a:ext cx="5829300" cy="4656028"/>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a:srcRect/>
          <a:stretch>
            <a:fillRect/>
          </a:stretch>
        </p:blipFill>
        <p:spPr bwMode="auto">
          <a:xfrm>
            <a:off x="1143000" y="274999"/>
            <a:ext cx="6781800" cy="4506551"/>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2"/>
          <a:srcRect/>
          <a:stretch>
            <a:fillRect/>
          </a:stretch>
        </p:blipFill>
        <p:spPr bwMode="auto">
          <a:xfrm>
            <a:off x="0" y="895350"/>
            <a:ext cx="9155113" cy="3788128"/>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3" descr="localhost_3000_user-face-style(iPad Pro) (12).png"/>
          <p:cNvPicPr>
            <a:picLocks noChangeAspect="1" noChangeArrowheads="1"/>
          </p:cNvPicPr>
          <p:nvPr/>
        </p:nvPicPr>
        <p:blipFill>
          <a:blip r:embed="rId2"/>
          <a:srcRect b="38889"/>
          <a:stretch>
            <a:fillRect/>
          </a:stretch>
        </p:blipFill>
        <p:spPr bwMode="auto">
          <a:xfrm>
            <a:off x="838200" y="133350"/>
            <a:ext cx="7391400" cy="5029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descr="localhost_3000_user-face-style(iPad Pro) (13).png"/>
          <p:cNvPicPr>
            <a:picLocks noChangeAspect="1" noChangeArrowheads="1"/>
          </p:cNvPicPr>
          <p:nvPr/>
        </p:nvPicPr>
        <p:blipFill>
          <a:blip r:embed="rId2"/>
          <a:srcRect/>
          <a:stretch>
            <a:fillRect/>
          </a:stretch>
        </p:blipFill>
        <p:spPr bwMode="auto">
          <a:xfrm>
            <a:off x="914400" y="0"/>
            <a:ext cx="7315200" cy="5143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p:cNvPicPr>
            <a:picLocks noChangeAspect="1" noChangeArrowheads="1"/>
          </p:cNvPicPr>
          <p:nvPr/>
        </p:nvPicPr>
        <p:blipFill>
          <a:blip r:embed="rId2"/>
          <a:srcRect/>
          <a:stretch>
            <a:fillRect/>
          </a:stretch>
        </p:blipFill>
        <p:spPr bwMode="auto">
          <a:xfrm>
            <a:off x="0" y="0"/>
            <a:ext cx="9431338" cy="5639097"/>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24200" y="1885950"/>
            <a:ext cx="2454518"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solidFill>
                  <a:schemeClr val="bg2"/>
                </a:solidFill>
                <a:effectLst>
                  <a:outerShdw blurRad="50800" algn="tl" rotWithShape="0">
                    <a:srgbClr val="000000"/>
                  </a:outerShdw>
                </a:effectLst>
              </a:rPr>
              <a:t>ADMIN</a:t>
            </a:r>
            <a:endParaRPr lang="en-US" sz="5400" b="1" cap="none" spc="0" dirty="0">
              <a:ln w="17780" cmpd="sng">
                <a:solidFill>
                  <a:srgbClr val="FFFFFF"/>
                </a:solidFill>
                <a:prstDash val="solid"/>
                <a:miter lim="800000"/>
              </a:ln>
              <a:solidFill>
                <a:schemeClr val="bg2"/>
              </a:solidFill>
              <a:effectLst>
                <a:outerShdw blurRad="50800" algn="tl" rotWithShape="0">
                  <a:srgbClr val="000000"/>
                </a:outerShdw>
              </a:effectLst>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2705" name="Picture 33" descr="localhost_3000_dashboard(iPad Pro).png"/>
          <p:cNvPicPr>
            <a:picLocks noChangeAspect="1" noChangeArrowheads="1"/>
          </p:cNvPicPr>
          <p:nvPr/>
        </p:nvPicPr>
        <p:blipFill>
          <a:blip r:embed="rId2"/>
          <a:srcRect b="46079"/>
          <a:stretch>
            <a:fillRect/>
          </a:stretch>
        </p:blipFill>
        <p:spPr bwMode="auto">
          <a:xfrm>
            <a:off x="1143000" y="361950"/>
            <a:ext cx="7086600" cy="4191000"/>
          </a:xfrm>
          <a:prstGeom prst="rect">
            <a:avLst/>
          </a:prstGeom>
          <a:noFill/>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1" name="Picture 1"/>
          <p:cNvPicPr>
            <a:picLocks noChangeAspect="1" noChangeArrowheads="1"/>
          </p:cNvPicPr>
          <p:nvPr/>
        </p:nvPicPr>
        <p:blipFill>
          <a:blip r:embed="rId2"/>
          <a:srcRect/>
          <a:stretch>
            <a:fillRect/>
          </a:stretch>
        </p:blipFill>
        <p:spPr bwMode="auto">
          <a:xfrm>
            <a:off x="1219200" y="514350"/>
            <a:ext cx="7467600" cy="4191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31"/>
          <p:cNvPicPr>
            <a:picLocks noChangeAspect="1" noChangeArrowheads="1"/>
          </p:cNvPicPr>
          <p:nvPr/>
        </p:nvPicPr>
        <p:blipFill>
          <a:blip r:embed="rId2"/>
          <a:srcRect/>
          <a:stretch>
            <a:fillRect/>
          </a:stretch>
        </p:blipFill>
        <p:spPr bwMode="auto">
          <a:xfrm>
            <a:off x="533400" y="514350"/>
            <a:ext cx="7818518" cy="3581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3" name="Picture 34"/>
          <p:cNvPicPr>
            <a:picLocks noChangeAspect="1" noChangeArrowheads="1"/>
          </p:cNvPicPr>
          <p:nvPr/>
        </p:nvPicPr>
        <p:blipFill>
          <a:blip r:embed="rId2"/>
          <a:srcRect/>
          <a:stretch>
            <a:fillRect/>
          </a:stretch>
        </p:blipFill>
        <p:spPr bwMode="auto">
          <a:xfrm>
            <a:off x="609600" y="514350"/>
            <a:ext cx="7393502" cy="3505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09" name="Picture 37"/>
          <p:cNvPicPr>
            <a:picLocks noChangeAspect="1" noChangeArrowheads="1"/>
          </p:cNvPicPr>
          <p:nvPr/>
        </p:nvPicPr>
        <p:blipFill>
          <a:blip r:embed="rId2"/>
          <a:srcRect/>
          <a:stretch>
            <a:fillRect/>
          </a:stretch>
        </p:blipFill>
        <p:spPr bwMode="auto">
          <a:xfrm>
            <a:off x="457199" y="590550"/>
            <a:ext cx="8151221"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5" name="Picture 40"/>
          <p:cNvPicPr>
            <a:picLocks noChangeAspect="1" noChangeArrowheads="1"/>
          </p:cNvPicPr>
          <p:nvPr/>
        </p:nvPicPr>
        <p:blipFill>
          <a:blip r:embed="rId2"/>
          <a:srcRect/>
          <a:stretch>
            <a:fillRect/>
          </a:stretch>
        </p:blipFill>
        <p:spPr bwMode="auto">
          <a:xfrm>
            <a:off x="685800" y="666749"/>
            <a:ext cx="7620000" cy="350267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1" name="Picture 43"/>
          <p:cNvPicPr>
            <a:picLocks noChangeAspect="1" noChangeArrowheads="1"/>
          </p:cNvPicPr>
          <p:nvPr/>
        </p:nvPicPr>
        <p:blipFill>
          <a:blip r:embed="rId2"/>
          <a:srcRect/>
          <a:stretch>
            <a:fillRect/>
          </a:stretch>
        </p:blipFill>
        <p:spPr bwMode="auto">
          <a:xfrm>
            <a:off x="762000" y="742949"/>
            <a:ext cx="7467600" cy="34465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7" name="Picture 46"/>
          <p:cNvPicPr>
            <a:picLocks noChangeAspect="1" noChangeArrowheads="1"/>
          </p:cNvPicPr>
          <p:nvPr/>
        </p:nvPicPr>
        <p:blipFill>
          <a:blip r:embed="rId2"/>
          <a:srcRect/>
          <a:stretch>
            <a:fillRect/>
          </a:stretch>
        </p:blipFill>
        <p:spPr bwMode="auto">
          <a:xfrm>
            <a:off x="304800" y="514350"/>
            <a:ext cx="8255000" cy="381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3" name="Picture 49"/>
          <p:cNvPicPr>
            <a:picLocks noChangeAspect="1" noChangeArrowheads="1"/>
          </p:cNvPicPr>
          <p:nvPr/>
        </p:nvPicPr>
        <p:blipFill>
          <a:blip r:embed="rId2"/>
          <a:srcRect/>
          <a:stretch>
            <a:fillRect/>
          </a:stretch>
        </p:blipFill>
        <p:spPr bwMode="auto">
          <a:xfrm>
            <a:off x="762000" y="666750"/>
            <a:ext cx="7620000" cy="35433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89" name="Picture 52"/>
          <p:cNvPicPr>
            <a:picLocks noChangeAspect="1" noChangeArrowheads="1"/>
          </p:cNvPicPr>
          <p:nvPr/>
        </p:nvPicPr>
        <p:blipFill>
          <a:blip r:embed="rId2"/>
          <a:srcRect/>
          <a:stretch>
            <a:fillRect/>
          </a:stretch>
        </p:blipFill>
        <p:spPr bwMode="auto">
          <a:xfrm>
            <a:off x="609600" y="590550"/>
            <a:ext cx="7984870"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5" name="Picture 55"/>
          <p:cNvPicPr>
            <a:picLocks noChangeAspect="1" noChangeArrowheads="1"/>
          </p:cNvPicPr>
          <p:nvPr/>
        </p:nvPicPr>
        <p:blipFill>
          <a:blip r:embed="rId2"/>
          <a:srcRect/>
          <a:stretch>
            <a:fillRect/>
          </a:stretch>
        </p:blipFill>
        <p:spPr bwMode="auto">
          <a:xfrm>
            <a:off x="762000" y="590550"/>
            <a:ext cx="7716157" cy="3581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1" name="Picture 58"/>
          <p:cNvPicPr>
            <a:picLocks noChangeAspect="1" noChangeArrowheads="1"/>
          </p:cNvPicPr>
          <p:nvPr/>
        </p:nvPicPr>
        <p:blipFill>
          <a:blip r:embed="rId2"/>
          <a:srcRect/>
          <a:stretch>
            <a:fillRect/>
          </a:stretch>
        </p:blipFill>
        <p:spPr bwMode="auto">
          <a:xfrm>
            <a:off x="685800" y="742950"/>
            <a:ext cx="7315200" cy="33899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64"/>
          <p:cNvPicPr>
            <a:picLocks noChangeAspect="1" noChangeArrowheads="1"/>
          </p:cNvPicPr>
          <p:nvPr/>
        </p:nvPicPr>
        <p:blipFill>
          <a:blip r:embed="rId2"/>
          <a:srcRect/>
          <a:stretch>
            <a:fillRect/>
          </a:stretch>
        </p:blipFill>
        <p:spPr bwMode="auto">
          <a:xfrm>
            <a:off x="685800" y="666749"/>
            <a:ext cx="7620000" cy="36050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7" name="Picture 44" descr="localhost_3000_reports(iPad Pro).png"/>
          <p:cNvPicPr>
            <a:picLocks noChangeAspect="1" noChangeArrowheads="1"/>
          </p:cNvPicPr>
          <p:nvPr/>
        </p:nvPicPr>
        <p:blipFill>
          <a:blip r:embed="rId2"/>
          <a:srcRect/>
          <a:stretch>
            <a:fillRect/>
          </a:stretch>
        </p:blipFill>
        <p:spPr bwMode="auto">
          <a:xfrm>
            <a:off x="914400" y="438150"/>
            <a:ext cx="7696200" cy="4114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Picture 61"/>
          <p:cNvPicPr>
            <a:picLocks noChangeAspect="1" noChangeArrowheads="1"/>
          </p:cNvPicPr>
          <p:nvPr/>
        </p:nvPicPr>
        <p:blipFill>
          <a:blip r:embed="rId2"/>
          <a:srcRect/>
          <a:stretch>
            <a:fillRect/>
          </a:stretch>
        </p:blipFill>
        <p:spPr bwMode="auto">
          <a:xfrm>
            <a:off x="838200" y="590550"/>
            <a:ext cx="7086600" cy="32839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cxnSp>
        <p:nvCxnSpPr>
          <p:cNvPr id="596" name="Google Shape;596;p69"/>
          <p:cNvCxnSpPr/>
          <p:nvPr/>
        </p:nvCxnSpPr>
        <p:spPr>
          <a:xfrm>
            <a:off x="885275" y="1742984"/>
            <a:ext cx="1715700" cy="0"/>
          </a:xfrm>
          <a:prstGeom prst="straightConnector1">
            <a:avLst/>
          </a:prstGeom>
          <a:noFill/>
          <a:ln w="9525" cap="flat" cmpd="sng">
            <a:solidFill>
              <a:schemeClr val="dk2"/>
            </a:solidFill>
            <a:prstDash val="solid"/>
            <a:round/>
            <a:headEnd type="none" w="med" len="med"/>
            <a:tailEnd type="none" w="med" len="med"/>
          </a:ln>
        </p:spPr>
      </p:cxnSp>
      <p:pic>
        <p:nvPicPr>
          <p:cNvPr id="597" name="Google Shape;597;p69"/>
          <p:cNvPicPr preferRelativeResize="0"/>
          <p:nvPr/>
        </p:nvPicPr>
        <p:blipFill rotWithShape="1">
          <a:blip r:embed="rId3">
            <a:alphaModFix/>
          </a:blip>
          <a:srcRect l="34791" r="12646"/>
          <a:stretch/>
        </p:blipFill>
        <p:spPr>
          <a:xfrm>
            <a:off x="5088723" y="0"/>
            <a:ext cx="4055278" cy="5143502"/>
          </a:xfrm>
          <a:prstGeom prst="rect">
            <a:avLst/>
          </a:prstGeom>
          <a:noFill/>
          <a:ln>
            <a:noFill/>
          </a:ln>
        </p:spPr>
      </p:pic>
      <p:sp>
        <p:nvSpPr>
          <p:cNvPr id="598" name="Google Shape;598;p69"/>
          <p:cNvSpPr/>
          <p:nvPr/>
        </p:nvSpPr>
        <p:spPr>
          <a:xfrm>
            <a:off x="2151696" y="2165361"/>
            <a:ext cx="480579" cy="480579"/>
          </a:xfrm>
          <a:custGeom>
            <a:avLst/>
            <a:gdLst/>
            <a:ahLst/>
            <a:cxnLst/>
            <a:rect l="l" t="t" r="r" b="b"/>
            <a:pathLst>
              <a:path w="64227" h="64227" extrusionOk="0">
                <a:moveTo>
                  <a:pt x="39382" y="17789"/>
                </a:moveTo>
                <a:cubicBezTo>
                  <a:pt x="41528" y="17789"/>
                  <a:pt x="43414" y="18667"/>
                  <a:pt x="44780" y="20098"/>
                </a:cubicBezTo>
                <a:cubicBezTo>
                  <a:pt x="46439" y="19772"/>
                  <a:pt x="48032" y="19154"/>
                  <a:pt x="49463" y="18309"/>
                </a:cubicBezTo>
                <a:lnTo>
                  <a:pt x="49463" y="18309"/>
                </a:lnTo>
                <a:cubicBezTo>
                  <a:pt x="48910" y="20033"/>
                  <a:pt x="47739" y="21496"/>
                  <a:pt x="46211" y="22406"/>
                </a:cubicBezTo>
                <a:cubicBezTo>
                  <a:pt x="47707" y="22211"/>
                  <a:pt x="49138" y="21821"/>
                  <a:pt x="50438" y="21236"/>
                </a:cubicBezTo>
                <a:lnTo>
                  <a:pt x="50438" y="21236"/>
                </a:lnTo>
                <a:cubicBezTo>
                  <a:pt x="49463" y="22699"/>
                  <a:pt x="48195" y="24000"/>
                  <a:pt x="46764" y="25041"/>
                </a:cubicBezTo>
                <a:cubicBezTo>
                  <a:pt x="46796" y="25366"/>
                  <a:pt x="46796" y="25691"/>
                  <a:pt x="46796" y="25984"/>
                </a:cubicBezTo>
                <a:cubicBezTo>
                  <a:pt x="46796" y="35739"/>
                  <a:pt x="39382" y="46959"/>
                  <a:pt x="25821" y="46959"/>
                </a:cubicBezTo>
                <a:cubicBezTo>
                  <a:pt x="21659" y="46959"/>
                  <a:pt x="17789" y="45755"/>
                  <a:pt x="14537" y="43642"/>
                </a:cubicBezTo>
                <a:lnTo>
                  <a:pt x="14537" y="43642"/>
                </a:lnTo>
                <a:cubicBezTo>
                  <a:pt x="15090" y="43707"/>
                  <a:pt x="15675" y="43739"/>
                  <a:pt x="16293" y="43739"/>
                </a:cubicBezTo>
                <a:cubicBezTo>
                  <a:pt x="19740" y="43739"/>
                  <a:pt x="22894" y="42569"/>
                  <a:pt x="25431" y="40585"/>
                </a:cubicBezTo>
                <a:cubicBezTo>
                  <a:pt x="22211" y="40552"/>
                  <a:pt x="19480" y="38406"/>
                  <a:pt x="18537" y="35479"/>
                </a:cubicBezTo>
                <a:lnTo>
                  <a:pt x="18537" y="35479"/>
                </a:lnTo>
                <a:cubicBezTo>
                  <a:pt x="18992" y="35577"/>
                  <a:pt x="19447" y="35609"/>
                  <a:pt x="19935" y="35609"/>
                </a:cubicBezTo>
                <a:cubicBezTo>
                  <a:pt x="20618" y="35609"/>
                  <a:pt x="21268" y="35512"/>
                  <a:pt x="21886" y="35349"/>
                </a:cubicBezTo>
                <a:cubicBezTo>
                  <a:pt x="18504" y="34666"/>
                  <a:pt x="15968" y="31707"/>
                  <a:pt x="15968" y="28130"/>
                </a:cubicBezTo>
                <a:lnTo>
                  <a:pt x="15968" y="28032"/>
                </a:lnTo>
                <a:cubicBezTo>
                  <a:pt x="16943" y="28585"/>
                  <a:pt x="18081" y="28910"/>
                  <a:pt x="19285" y="28975"/>
                </a:cubicBezTo>
                <a:cubicBezTo>
                  <a:pt x="17333" y="27642"/>
                  <a:pt x="16033" y="25398"/>
                  <a:pt x="16033" y="22829"/>
                </a:cubicBezTo>
                <a:cubicBezTo>
                  <a:pt x="16033" y="21463"/>
                  <a:pt x="16390" y="20228"/>
                  <a:pt x="17008" y="19122"/>
                </a:cubicBezTo>
                <a:cubicBezTo>
                  <a:pt x="20650" y="23577"/>
                  <a:pt x="26081" y="26504"/>
                  <a:pt x="32227" y="26829"/>
                </a:cubicBezTo>
                <a:cubicBezTo>
                  <a:pt x="32097" y="26276"/>
                  <a:pt x="32032" y="25723"/>
                  <a:pt x="32032" y="25138"/>
                </a:cubicBezTo>
                <a:cubicBezTo>
                  <a:pt x="32032" y="21073"/>
                  <a:pt x="35317" y="17789"/>
                  <a:pt x="39382" y="17789"/>
                </a:cubicBezTo>
                <a:close/>
                <a:moveTo>
                  <a:pt x="4618" y="0"/>
                </a:moveTo>
                <a:cubicBezTo>
                  <a:pt x="2082" y="0"/>
                  <a:pt x="1" y="2082"/>
                  <a:pt x="1" y="4618"/>
                </a:cubicBezTo>
                <a:lnTo>
                  <a:pt x="1" y="59609"/>
                </a:lnTo>
                <a:cubicBezTo>
                  <a:pt x="1" y="62145"/>
                  <a:pt x="2082" y="64227"/>
                  <a:pt x="4618" y="64227"/>
                </a:cubicBezTo>
                <a:lnTo>
                  <a:pt x="59576" y="64227"/>
                </a:lnTo>
                <a:cubicBezTo>
                  <a:pt x="62146" y="64227"/>
                  <a:pt x="64227" y="62145"/>
                  <a:pt x="64227" y="59609"/>
                </a:cubicBezTo>
                <a:lnTo>
                  <a:pt x="64227" y="4651"/>
                </a:lnTo>
                <a:cubicBezTo>
                  <a:pt x="64227" y="2082"/>
                  <a:pt x="62146" y="0"/>
                  <a:pt x="595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oogle Shape;599;p69"/>
          <p:cNvGrpSpPr/>
          <p:nvPr/>
        </p:nvGrpSpPr>
        <p:grpSpPr>
          <a:xfrm>
            <a:off x="1518452" y="2165374"/>
            <a:ext cx="480615" cy="480615"/>
            <a:chOff x="-1736903" y="2174656"/>
            <a:chExt cx="583342" cy="583342"/>
          </a:xfrm>
        </p:grpSpPr>
        <p:sp>
          <p:nvSpPr>
            <p:cNvPr id="600" name="Google Shape;600;p69"/>
            <p:cNvSpPr/>
            <p:nvPr/>
          </p:nvSpPr>
          <p:spPr>
            <a:xfrm>
              <a:off x="-1582437" y="2329122"/>
              <a:ext cx="274700" cy="274400"/>
            </a:xfrm>
            <a:custGeom>
              <a:avLst/>
              <a:gdLst/>
              <a:ahLst/>
              <a:cxnLst/>
              <a:rect l="l" t="t" r="r" b="b"/>
              <a:pathLst>
                <a:path w="30245" h="30212" extrusionOk="0">
                  <a:moveTo>
                    <a:pt x="24944" y="3058"/>
                  </a:moveTo>
                  <a:cubicBezTo>
                    <a:pt x="26179" y="3058"/>
                    <a:pt x="27155" y="4033"/>
                    <a:pt x="27155" y="5269"/>
                  </a:cubicBezTo>
                  <a:cubicBezTo>
                    <a:pt x="27187" y="6505"/>
                    <a:pt x="26179" y="7480"/>
                    <a:pt x="24944" y="7480"/>
                  </a:cubicBezTo>
                  <a:cubicBezTo>
                    <a:pt x="23740" y="7480"/>
                    <a:pt x="22732" y="6472"/>
                    <a:pt x="22732" y="5269"/>
                  </a:cubicBezTo>
                  <a:cubicBezTo>
                    <a:pt x="22732" y="4033"/>
                    <a:pt x="23740" y="3058"/>
                    <a:pt x="24944" y="3058"/>
                  </a:cubicBezTo>
                  <a:close/>
                  <a:moveTo>
                    <a:pt x="15123" y="5659"/>
                  </a:moveTo>
                  <a:cubicBezTo>
                    <a:pt x="20358" y="5659"/>
                    <a:pt x="24586" y="9887"/>
                    <a:pt x="24586" y="15122"/>
                  </a:cubicBezTo>
                  <a:cubicBezTo>
                    <a:pt x="24586" y="20326"/>
                    <a:pt x="20358" y="24586"/>
                    <a:pt x="15123" y="24586"/>
                  </a:cubicBezTo>
                  <a:cubicBezTo>
                    <a:pt x="9887" y="24586"/>
                    <a:pt x="5659" y="20326"/>
                    <a:pt x="5659" y="15122"/>
                  </a:cubicBezTo>
                  <a:cubicBezTo>
                    <a:pt x="5659" y="9887"/>
                    <a:pt x="9887" y="5659"/>
                    <a:pt x="15123" y="5659"/>
                  </a:cubicBezTo>
                  <a:close/>
                  <a:moveTo>
                    <a:pt x="15123" y="1"/>
                  </a:moveTo>
                  <a:cubicBezTo>
                    <a:pt x="10180" y="1"/>
                    <a:pt x="9594" y="1"/>
                    <a:pt x="7676" y="98"/>
                  </a:cubicBezTo>
                  <a:cubicBezTo>
                    <a:pt x="5855" y="163"/>
                    <a:pt x="4879" y="489"/>
                    <a:pt x="4229" y="716"/>
                  </a:cubicBezTo>
                  <a:cubicBezTo>
                    <a:pt x="3448" y="1009"/>
                    <a:pt x="2700" y="1497"/>
                    <a:pt x="2115" y="2115"/>
                  </a:cubicBezTo>
                  <a:cubicBezTo>
                    <a:pt x="1497" y="2700"/>
                    <a:pt x="1042" y="3415"/>
                    <a:pt x="749" y="4228"/>
                  </a:cubicBezTo>
                  <a:cubicBezTo>
                    <a:pt x="489" y="4879"/>
                    <a:pt x="196" y="5854"/>
                    <a:pt x="99" y="7643"/>
                  </a:cubicBezTo>
                  <a:cubicBezTo>
                    <a:pt x="1" y="9594"/>
                    <a:pt x="1" y="10180"/>
                    <a:pt x="1" y="15090"/>
                  </a:cubicBezTo>
                  <a:cubicBezTo>
                    <a:pt x="1" y="20033"/>
                    <a:pt x="33" y="20618"/>
                    <a:pt x="99" y="22537"/>
                  </a:cubicBezTo>
                  <a:cubicBezTo>
                    <a:pt x="196" y="24358"/>
                    <a:pt x="489" y="25334"/>
                    <a:pt x="749" y="25984"/>
                  </a:cubicBezTo>
                  <a:cubicBezTo>
                    <a:pt x="1042" y="26764"/>
                    <a:pt x="1497" y="27512"/>
                    <a:pt x="2115" y="28098"/>
                  </a:cubicBezTo>
                  <a:cubicBezTo>
                    <a:pt x="2700" y="28716"/>
                    <a:pt x="3448" y="29171"/>
                    <a:pt x="4229" y="29464"/>
                  </a:cubicBezTo>
                  <a:cubicBezTo>
                    <a:pt x="4879" y="29724"/>
                    <a:pt x="5855" y="30016"/>
                    <a:pt x="7676" y="30114"/>
                  </a:cubicBezTo>
                  <a:cubicBezTo>
                    <a:pt x="9594" y="30212"/>
                    <a:pt x="10180" y="30212"/>
                    <a:pt x="15123" y="30212"/>
                  </a:cubicBezTo>
                  <a:cubicBezTo>
                    <a:pt x="20033" y="30212"/>
                    <a:pt x="20618" y="30179"/>
                    <a:pt x="22570" y="30114"/>
                  </a:cubicBezTo>
                  <a:cubicBezTo>
                    <a:pt x="24358" y="30016"/>
                    <a:pt x="25334" y="29724"/>
                    <a:pt x="25984" y="29464"/>
                  </a:cubicBezTo>
                  <a:cubicBezTo>
                    <a:pt x="27610" y="28846"/>
                    <a:pt x="28878" y="27577"/>
                    <a:pt x="29496" y="25984"/>
                  </a:cubicBezTo>
                  <a:cubicBezTo>
                    <a:pt x="29756" y="25334"/>
                    <a:pt x="30049" y="24358"/>
                    <a:pt x="30114" y="22537"/>
                  </a:cubicBezTo>
                  <a:cubicBezTo>
                    <a:pt x="30212" y="20618"/>
                    <a:pt x="30244" y="20033"/>
                    <a:pt x="30244" y="15090"/>
                  </a:cubicBezTo>
                  <a:cubicBezTo>
                    <a:pt x="30244" y="10180"/>
                    <a:pt x="30212" y="9594"/>
                    <a:pt x="30114" y="7643"/>
                  </a:cubicBezTo>
                  <a:cubicBezTo>
                    <a:pt x="30049" y="5854"/>
                    <a:pt x="29756" y="4879"/>
                    <a:pt x="29496" y="4228"/>
                  </a:cubicBezTo>
                  <a:cubicBezTo>
                    <a:pt x="29204" y="3448"/>
                    <a:pt x="28716" y="2700"/>
                    <a:pt x="28098" y="2115"/>
                  </a:cubicBezTo>
                  <a:cubicBezTo>
                    <a:pt x="27513" y="1497"/>
                    <a:pt x="26797" y="1042"/>
                    <a:pt x="25984" y="749"/>
                  </a:cubicBezTo>
                  <a:cubicBezTo>
                    <a:pt x="25334" y="489"/>
                    <a:pt x="24358" y="196"/>
                    <a:pt x="22570" y="98"/>
                  </a:cubicBezTo>
                  <a:cubicBezTo>
                    <a:pt x="20618" y="1"/>
                    <a:pt x="20033" y="1"/>
                    <a:pt x="15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69"/>
            <p:cNvSpPr/>
            <p:nvPr/>
          </p:nvSpPr>
          <p:spPr>
            <a:xfrm>
              <a:off x="-1500912" y="2410647"/>
              <a:ext cx="111651" cy="111651"/>
            </a:xfrm>
            <a:custGeom>
              <a:avLst/>
              <a:gdLst/>
              <a:ahLst/>
              <a:cxnLst/>
              <a:rect l="l" t="t" r="r" b="b"/>
              <a:pathLst>
                <a:path w="12293" h="12293" extrusionOk="0">
                  <a:moveTo>
                    <a:pt x="6147" y="0"/>
                  </a:moveTo>
                  <a:cubicBezTo>
                    <a:pt x="2732" y="0"/>
                    <a:pt x="0" y="2732"/>
                    <a:pt x="0" y="6146"/>
                  </a:cubicBezTo>
                  <a:cubicBezTo>
                    <a:pt x="0" y="9529"/>
                    <a:pt x="2732" y="12293"/>
                    <a:pt x="6147" y="12293"/>
                  </a:cubicBezTo>
                  <a:cubicBezTo>
                    <a:pt x="9529" y="12293"/>
                    <a:pt x="12293" y="9529"/>
                    <a:pt x="12293" y="6146"/>
                  </a:cubicBezTo>
                  <a:cubicBezTo>
                    <a:pt x="12293" y="2732"/>
                    <a:pt x="9529" y="0"/>
                    <a:pt x="6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69"/>
            <p:cNvSpPr/>
            <p:nvPr/>
          </p:nvSpPr>
          <p:spPr>
            <a:xfrm>
              <a:off x="-1736903" y="2174656"/>
              <a:ext cx="583342" cy="583342"/>
            </a:xfrm>
            <a:custGeom>
              <a:avLst/>
              <a:gdLst/>
              <a:ahLst/>
              <a:cxnLst/>
              <a:rect l="l" t="t" r="r" b="b"/>
              <a:pathLst>
                <a:path w="64227" h="64227" extrusionOk="0">
                  <a:moveTo>
                    <a:pt x="32130" y="13691"/>
                  </a:moveTo>
                  <a:cubicBezTo>
                    <a:pt x="37138" y="13691"/>
                    <a:pt x="37756" y="13723"/>
                    <a:pt x="39707" y="13788"/>
                  </a:cubicBezTo>
                  <a:cubicBezTo>
                    <a:pt x="41690" y="13886"/>
                    <a:pt x="43024" y="14211"/>
                    <a:pt x="44194" y="14666"/>
                  </a:cubicBezTo>
                  <a:cubicBezTo>
                    <a:pt x="45430" y="15122"/>
                    <a:pt x="46536" y="15837"/>
                    <a:pt x="47479" y="16780"/>
                  </a:cubicBezTo>
                  <a:cubicBezTo>
                    <a:pt x="48389" y="17691"/>
                    <a:pt x="49137" y="18829"/>
                    <a:pt x="49593" y="20032"/>
                  </a:cubicBezTo>
                  <a:cubicBezTo>
                    <a:pt x="50048" y="21235"/>
                    <a:pt x="50373" y="22569"/>
                    <a:pt x="50438" y="24520"/>
                  </a:cubicBezTo>
                  <a:cubicBezTo>
                    <a:pt x="50536" y="26504"/>
                    <a:pt x="50568" y="27121"/>
                    <a:pt x="50568" y="32129"/>
                  </a:cubicBezTo>
                  <a:cubicBezTo>
                    <a:pt x="50568" y="37137"/>
                    <a:pt x="50536" y="37755"/>
                    <a:pt x="50438" y="39707"/>
                  </a:cubicBezTo>
                  <a:cubicBezTo>
                    <a:pt x="50373" y="41690"/>
                    <a:pt x="50048" y="43024"/>
                    <a:pt x="49593" y="44194"/>
                  </a:cubicBezTo>
                  <a:cubicBezTo>
                    <a:pt x="48650" y="46666"/>
                    <a:pt x="46666" y="48617"/>
                    <a:pt x="44194" y="49592"/>
                  </a:cubicBezTo>
                  <a:cubicBezTo>
                    <a:pt x="43024" y="50048"/>
                    <a:pt x="41690" y="50373"/>
                    <a:pt x="39739" y="50438"/>
                  </a:cubicBezTo>
                  <a:cubicBezTo>
                    <a:pt x="37756" y="50536"/>
                    <a:pt x="37138" y="50568"/>
                    <a:pt x="32130" y="50568"/>
                  </a:cubicBezTo>
                  <a:cubicBezTo>
                    <a:pt x="27122" y="50568"/>
                    <a:pt x="26504" y="50536"/>
                    <a:pt x="24520" y="50438"/>
                  </a:cubicBezTo>
                  <a:cubicBezTo>
                    <a:pt x="22569" y="50373"/>
                    <a:pt x="21203" y="50048"/>
                    <a:pt x="20032" y="49592"/>
                  </a:cubicBezTo>
                  <a:cubicBezTo>
                    <a:pt x="18829" y="49137"/>
                    <a:pt x="17691" y="48389"/>
                    <a:pt x="16780" y="47479"/>
                  </a:cubicBezTo>
                  <a:cubicBezTo>
                    <a:pt x="15837" y="46536"/>
                    <a:pt x="15122" y="45430"/>
                    <a:pt x="14667" y="44194"/>
                  </a:cubicBezTo>
                  <a:cubicBezTo>
                    <a:pt x="14211" y="43024"/>
                    <a:pt x="13886" y="41690"/>
                    <a:pt x="13789" y="39739"/>
                  </a:cubicBezTo>
                  <a:cubicBezTo>
                    <a:pt x="13691" y="37755"/>
                    <a:pt x="13691" y="37137"/>
                    <a:pt x="13691" y="32129"/>
                  </a:cubicBezTo>
                  <a:cubicBezTo>
                    <a:pt x="13691" y="27121"/>
                    <a:pt x="13691" y="26504"/>
                    <a:pt x="13789" y="24520"/>
                  </a:cubicBezTo>
                  <a:cubicBezTo>
                    <a:pt x="13886" y="22569"/>
                    <a:pt x="14211" y="21203"/>
                    <a:pt x="14667" y="20032"/>
                  </a:cubicBezTo>
                  <a:cubicBezTo>
                    <a:pt x="15122" y="18829"/>
                    <a:pt x="15837" y="17691"/>
                    <a:pt x="16780" y="16780"/>
                  </a:cubicBezTo>
                  <a:cubicBezTo>
                    <a:pt x="17691" y="15837"/>
                    <a:pt x="18829" y="15122"/>
                    <a:pt x="20032" y="14666"/>
                  </a:cubicBezTo>
                  <a:cubicBezTo>
                    <a:pt x="21203" y="14211"/>
                    <a:pt x="22569" y="13886"/>
                    <a:pt x="24520" y="13788"/>
                  </a:cubicBezTo>
                  <a:cubicBezTo>
                    <a:pt x="26471" y="13723"/>
                    <a:pt x="27122" y="13691"/>
                    <a:pt x="32130" y="13691"/>
                  </a:cubicBezTo>
                  <a:close/>
                  <a:moveTo>
                    <a:pt x="4651" y="0"/>
                  </a:moveTo>
                  <a:cubicBezTo>
                    <a:pt x="2081" y="0"/>
                    <a:pt x="0" y="2081"/>
                    <a:pt x="0" y="4650"/>
                  </a:cubicBezTo>
                  <a:lnTo>
                    <a:pt x="0" y="59609"/>
                  </a:lnTo>
                  <a:cubicBezTo>
                    <a:pt x="0" y="62145"/>
                    <a:pt x="2081" y="64226"/>
                    <a:pt x="4651" y="64226"/>
                  </a:cubicBezTo>
                  <a:lnTo>
                    <a:pt x="59609" y="64226"/>
                  </a:lnTo>
                  <a:cubicBezTo>
                    <a:pt x="62178" y="64226"/>
                    <a:pt x="64226" y="62145"/>
                    <a:pt x="64226" y="59609"/>
                  </a:cubicBezTo>
                  <a:lnTo>
                    <a:pt x="64226" y="4650"/>
                  </a:lnTo>
                  <a:cubicBezTo>
                    <a:pt x="64226" y="2081"/>
                    <a:pt x="62178" y="0"/>
                    <a:pt x="596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3" name="Google Shape;603;p69"/>
          <p:cNvSpPr/>
          <p:nvPr/>
        </p:nvSpPr>
        <p:spPr>
          <a:xfrm>
            <a:off x="885275" y="2165350"/>
            <a:ext cx="480579" cy="480579"/>
          </a:xfrm>
          <a:custGeom>
            <a:avLst/>
            <a:gdLst/>
            <a:ahLst/>
            <a:cxnLst/>
            <a:rect l="l" t="t" r="r" b="b"/>
            <a:pathLst>
              <a:path w="64227" h="64227" extrusionOk="0">
                <a:moveTo>
                  <a:pt x="4650" y="1"/>
                </a:moveTo>
                <a:cubicBezTo>
                  <a:pt x="2081" y="1"/>
                  <a:pt x="0" y="2082"/>
                  <a:pt x="0" y="4618"/>
                </a:cubicBezTo>
                <a:lnTo>
                  <a:pt x="0" y="59576"/>
                </a:lnTo>
                <a:cubicBezTo>
                  <a:pt x="0" y="62146"/>
                  <a:pt x="2081" y="64227"/>
                  <a:pt x="4650" y="64227"/>
                </a:cubicBezTo>
                <a:lnTo>
                  <a:pt x="34308" y="64227"/>
                </a:lnTo>
                <a:lnTo>
                  <a:pt x="34308" y="39382"/>
                </a:lnTo>
                <a:lnTo>
                  <a:pt x="25983" y="39382"/>
                </a:lnTo>
                <a:lnTo>
                  <a:pt x="25983" y="29658"/>
                </a:lnTo>
                <a:lnTo>
                  <a:pt x="34308" y="29658"/>
                </a:lnTo>
                <a:lnTo>
                  <a:pt x="34308" y="22504"/>
                </a:lnTo>
                <a:cubicBezTo>
                  <a:pt x="34308" y="14212"/>
                  <a:pt x="39381" y="9691"/>
                  <a:pt x="46796" y="9691"/>
                </a:cubicBezTo>
                <a:cubicBezTo>
                  <a:pt x="50340" y="9691"/>
                  <a:pt x="53365" y="9952"/>
                  <a:pt x="54275" y="10082"/>
                </a:cubicBezTo>
                <a:lnTo>
                  <a:pt x="54275" y="18732"/>
                </a:lnTo>
                <a:lnTo>
                  <a:pt x="49170" y="18732"/>
                </a:lnTo>
                <a:cubicBezTo>
                  <a:pt x="45137" y="18732"/>
                  <a:pt x="44357" y="20651"/>
                  <a:pt x="44357" y="23480"/>
                </a:cubicBezTo>
                <a:lnTo>
                  <a:pt x="44357" y="29658"/>
                </a:lnTo>
                <a:lnTo>
                  <a:pt x="53983" y="29658"/>
                </a:lnTo>
                <a:lnTo>
                  <a:pt x="52714" y="39382"/>
                </a:lnTo>
                <a:lnTo>
                  <a:pt x="44357" y="39382"/>
                </a:lnTo>
                <a:lnTo>
                  <a:pt x="44357" y="64227"/>
                </a:lnTo>
                <a:lnTo>
                  <a:pt x="59609" y="64227"/>
                </a:lnTo>
                <a:cubicBezTo>
                  <a:pt x="62145" y="64227"/>
                  <a:pt x="64226" y="62146"/>
                  <a:pt x="64226" y="59576"/>
                </a:cubicBezTo>
                <a:lnTo>
                  <a:pt x="64226" y="4618"/>
                </a:lnTo>
                <a:cubicBezTo>
                  <a:pt x="64226" y="2082"/>
                  <a:pt x="62145" y="1"/>
                  <a:pt x="596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69"/>
          <p:cNvSpPr txBox="1">
            <a:spLocks noGrp="1"/>
          </p:cNvSpPr>
          <p:nvPr>
            <p:ph type="title"/>
          </p:nvPr>
        </p:nvSpPr>
        <p:spPr>
          <a:xfrm>
            <a:off x="713225" y="501425"/>
            <a:ext cx="3468000" cy="92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THANKS</a:t>
            </a:r>
            <a:endParaRPr/>
          </a:p>
        </p:txBody>
      </p:sp>
      <p:sp>
        <p:nvSpPr>
          <p:cNvPr id="605" name="Google Shape;605;p69"/>
          <p:cNvSpPr txBox="1">
            <a:spLocks noGrp="1"/>
          </p:cNvSpPr>
          <p:nvPr>
            <p:ph type="subTitle" idx="1"/>
          </p:nvPr>
        </p:nvSpPr>
        <p:spPr>
          <a:xfrm>
            <a:off x="783325" y="2764925"/>
            <a:ext cx="3468000" cy="66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Do you have any questions?</a:t>
            </a:r>
            <a:endParaRPr/>
          </a:p>
          <a:p>
            <a:pPr marL="0" lvl="0" indent="0" algn="l" rtl="0">
              <a:spcBef>
                <a:spcPts val="0"/>
              </a:spcBef>
              <a:spcAft>
                <a:spcPts val="0"/>
              </a:spcAft>
              <a:buNone/>
            </a:pPr>
            <a:r>
              <a:rPr lang="en" dirty="0" smtClean="0"/>
              <a:t>admin@curio.com </a:t>
            </a:r>
            <a:r>
              <a:rPr lang="en" dirty="0"/>
              <a:t>I +91  </a:t>
            </a:r>
            <a:r>
              <a:rPr lang="en" dirty="0" smtClean="0"/>
              <a:t>908 192 9527 </a:t>
            </a:r>
            <a:endParaRPr/>
          </a:p>
          <a:p>
            <a:pPr marL="0" lvl="0" indent="0" algn="l" rtl="0">
              <a:spcBef>
                <a:spcPts val="0"/>
              </a:spcBef>
              <a:spcAft>
                <a:spcPts val="0"/>
              </a:spcAft>
              <a:buNone/>
            </a:pPr>
            <a:r>
              <a:rPr lang="en-US" dirty="0" smtClean="0"/>
              <a:t>c</a:t>
            </a:r>
            <a:r>
              <a:rPr lang="en" dirty="0" smtClean="0"/>
              <a:t>urio.com</a:t>
            </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Fashion/Apparel Design College Major by Slidesgo">
  <a:themeElements>
    <a:clrScheme name="Simple Light">
      <a:dk1>
        <a:srgbClr val="EB0000"/>
      </a:dk1>
      <a:lt1>
        <a:srgbClr val="FFFFFF"/>
      </a:lt1>
      <a:dk2>
        <a:srgbClr val="000000"/>
      </a:dk2>
      <a:lt2>
        <a:srgbClr val="EFEFEF"/>
      </a:lt2>
      <a:accent1>
        <a:srgbClr val="D9D9D9"/>
      </a:accent1>
      <a:accent2>
        <a:srgbClr val="999999"/>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1251</Words>
  <Application>Microsoft Office PowerPoint</Application>
  <PresentationFormat>On-screen Show (16:9)</PresentationFormat>
  <Paragraphs>485</Paragraphs>
  <Slides>75</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Playfair Display SemiBold</vt:lpstr>
      <vt:lpstr>Abel</vt:lpstr>
      <vt:lpstr>Wingdings</vt:lpstr>
      <vt:lpstr>Times New Roman</vt:lpstr>
      <vt:lpstr>Fashion/Apparel Design College Major by Slidesgo</vt:lpstr>
      <vt:lpstr>CURIO -Fashion  &amp; Style Assistant</vt:lpstr>
      <vt:lpstr>Style is a way  to say who you are  without having  to speak.  </vt:lpstr>
      <vt:lpstr>OBJECTIVE</vt:lpstr>
      <vt:lpstr>MODULES</vt:lpstr>
      <vt:lpstr>VISITOR</vt:lpstr>
      <vt:lpstr>ADMIN</vt:lpstr>
      <vt:lpstr>USER</vt:lpstr>
      <vt:lpstr>DFD Data Flow Diagram</vt:lpstr>
      <vt:lpstr>Slide 9</vt:lpstr>
      <vt:lpstr>Slide 10</vt:lpstr>
      <vt:lpstr>Slide 11</vt:lpstr>
      <vt:lpstr>Slide 12</vt:lpstr>
      <vt:lpstr>Slide 13</vt:lpstr>
      <vt:lpstr>Slide 14</vt:lpstr>
      <vt:lpstr>Slide 15</vt:lpstr>
      <vt:lpstr>Slide 16</vt:lpstr>
      <vt:lpstr>ERD Diagram</vt:lpstr>
      <vt:lpstr>Slide 18</vt:lpstr>
      <vt:lpstr>DATA DICTIONARY</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FASHION/APPAREL</dc:title>
  <dc:creator>Krishnakumar Tiwari</dc:creator>
  <cp:lastModifiedBy>patel patel</cp:lastModifiedBy>
  <cp:revision>47</cp:revision>
  <dcterms:modified xsi:type="dcterms:W3CDTF">2025-11-19T03:08:06Z</dcterms:modified>
</cp:coreProperties>
</file>